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54864000" cx="38404800"/>
  <p:notesSz cx="32099250" cy="430720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280">
          <p15:clr>
            <a:srgbClr val="A4A3A4"/>
          </p15:clr>
        </p15:guide>
        <p15:guide id="2" pos="12096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gzprBEFGq6ihRbBMfdeZenfPiu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280" orient="horz"/>
        <p:guide pos="120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13909675" cy="2154238"/>
          </a:xfrm>
          <a:prstGeom prst="rect">
            <a:avLst/>
          </a:prstGeom>
          <a:noFill/>
          <a:ln>
            <a:noFill/>
          </a:ln>
        </p:spPr>
        <p:txBody>
          <a:bodyPr anchorCtr="0" anchor="t" bIns="214750" lIns="429525" spcFirstLastPara="1" rIns="429525" wrap="square" tIns="2147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8181638" y="0"/>
            <a:ext cx="13909675" cy="2154238"/>
          </a:xfrm>
          <a:prstGeom prst="rect">
            <a:avLst/>
          </a:prstGeom>
          <a:noFill/>
          <a:ln>
            <a:noFill/>
          </a:ln>
        </p:spPr>
        <p:txBody>
          <a:bodyPr anchorCtr="0" anchor="t" bIns="214750" lIns="429525" spcFirstLastPara="1" rIns="429525" wrap="square" tIns="2147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0397919" y="3230563"/>
            <a:ext cx="11304900" cy="1615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3209925" y="20459700"/>
            <a:ext cx="25679400" cy="19381788"/>
          </a:xfrm>
          <a:prstGeom prst="rect">
            <a:avLst/>
          </a:prstGeom>
          <a:noFill/>
          <a:ln>
            <a:noFill/>
          </a:ln>
        </p:spPr>
        <p:txBody>
          <a:bodyPr anchorCtr="0" anchor="t" bIns="214750" lIns="429525" spcFirstLastPara="1" rIns="429525" wrap="square" tIns="214750">
            <a:noAutofit/>
          </a:bodyPr>
          <a:lstStyle>
            <a:lvl1pPr indent="-228600" lvl="0" marL="457200" marR="0" rtl="0" algn="l">
              <a:spcBef>
                <a:spcPts val="27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7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7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7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7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0911463"/>
            <a:ext cx="13909675" cy="2152650"/>
          </a:xfrm>
          <a:prstGeom prst="rect">
            <a:avLst/>
          </a:prstGeom>
          <a:noFill/>
          <a:ln>
            <a:noFill/>
          </a:ln>
        </p:spPr>
        <p:txBody>
          <a:bodyPr anchorCtr="0" anchor="b" bIns="214750" lIns="429525" spcFirstLastPara="1" rIns="429525" wrap="square" tIns="2147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8181638" y="40911463"/>
            <a:ext cx="13909675" cy="2152650"/>
          </a:xfrm>
          <a:prstGeom prst="rect">
            <a:avLst/>
          </a:prstGeom>
          <a:noFill/>
          <a:ln>
            <a:noFill/>
          </a:ln>
        </p:spPr>
        <p:txBody>
          <a:bodyPr anchorCtr="0" anchor="b" bIns="214750" lIns="429525" spcFirstLastPara="1" rIns="429525" wrap="square" tIns="2147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5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2" type="sldNum"/>
          </p:nvPr>
        </p:nvSpPr>
        <p:spPr>
          <a:xfrm>
            <a:off x="18181638" y="40911463"/>
            <a:ext cx="13909675" cy="2152650"/>
          </a:xfrm>
          <a:prstGeom prst="rect">
            <a:avLst/>
          </a:prstGeom>
          <a:noFill/>
          <a:ln>
            <a:noFill/>
          </a:ln>
        </p:spPr>
        <p:txBody>
          <a:bodyPr anchorCtr="0" anchor="b" bIns="214750" lIns="429525" spcFirstLastPara="1" rIns="429525" wrap="square" tIns="2147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5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0397919" y="3230563"/>
            <a:ext cx="11304900" cy="1615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3209925" y="20459700"/>
            <a:ext cx="25679400" cy="19381788"/>
          </a:xfrm>
          <a:prstGeom prst="rect">
            <a:avLst/>
          </a:prstGeom>
          <a:noFill/>
          <a:ln>
            <a:noFill/>
          </a:ln>
        </p:spPr>
        <p:txBody>
          <a:bodyPr anchorCtr="0" anchor="t" bIns="214750" lIns="429525" spcFirstLastPara="1" rIns="429525" wrap="square" tIns="214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2879992" y="17043798"/>
            <a:ext cx="32644800" cy="117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1pPr>
            <a:lvl2pPr lvl="1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2pPr>
            <a:lvl3pPr lvl="2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3pPr>
            <a:lvl4pPr lvl="3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4pPr>
            <a:lvl5pPr lvl="4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5pPr>
            <a:lvl6pPr lvl="5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6pPr>
            <a:lvl7pPr lvl="6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7pPr>
            <a:lvl8pPr lvl="7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8pPr>
            <a:lvl9pPr lvl="8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5759981" y="31089206"/>
            <a:ext cx="26884800" cy="140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ctr">
              <a:spcBef>
                <a:spcPts val="4007"/>
              </a:spcBef>
              <a:spcAft>
                <a:spcPts val="0"/>
              </a:spcAft>
              <a:buClr>
                <a:schemeClr val="dk1"/>
              </a:buClr>
              <a:buSzPts val="20035"/>
              <a:buFont typeface="Arial"/>
              <a:buNone/>
              <a:defRPr sz="20034"/>
            </a:lvl1pPr>
            <a:lvl2pPr lvl="1" algn="ctr">
              <a:spcBef>
                <a:spcPts val="3506"/>
              </a:spcBef>
              <a:spcAft>
                <a:spcPts val="0"/>
              </a:spcAft>
              <a:buClr>
                <a:schemeClr val="dk1"/>
              </a:buClr>
              <a:buSzPts val="17530"/>
              <a:buFont typeface="Arial"/>
              <a:buNone/>
              <a:defRPr sz="17530"/>
            </a:lvl2pPr>
            <a:lvl3pPr lvl="2" algn="ctr">
              <a:spcBef>
                <a:spcPts val="3005"/>
              </a:spcBef>
              <a:spcAft>
                <a:spcPts val="0"/>
              </a:spcAft>
              <a:buClr>
                <a:schemeClr val="dk1"/>
              </a:buClr>
              <a:buSzPts val="15026"/>
              <a:buFont typeface="Arial"/>
              <a:buNone/>
              <a:defRPr sz="15026"/>
            </a:lvl3pPr>
            <a:lvl4pPr lvl="3" algn="ctr">
              <a:spcBef>
                <a:spcPts val="2504"/>
              </a:spcBef>
              <a:spcAft>
                <a:spcPts val="0"/>
              </a:spcAft>
              <a:buClr>
                <a:schemeClr val="dk1"/>
              </a:buClr>
              <a:buSzPts val="12522"/>
              <a:buFont typeface="Arial"/>
              <a:buNone/>
              <a:defRPr sz="12521"/>
            </a:lvl4pPr>
            <a:lvl5pPr lvl="4" algn="ctr">
              <a:spcBef>
                <a:spcPts val="2504"/>
              </a:spcBef>
              <a:spcAft>
                <a:spcPts val="0"/>
              </a:spcAft>
              <a:buClr>
                <a:schemeClr val="dk1"/>
              </a:buClr>
              <a:buSzPts val="12522"/>
              <a:buFont typeface="Arial"/>
              <a:buNone/>
              <a:defRPr sz="12521"/>
            </a:lvl5pPr>
            <a:lvl6pPr lvl="5" algn="ctr">
              <a:spcBef>
                <a:spcPts val="2504"/>
              </a:spcBef>
              <a:spcAft>
                <a:spcPts val="0"/>
              </a:spcAft>
              <a:buClr>
                <a:schemeClr val="dk1"/>
              </a:buClr>
              <a:buSzPts val="12522"/>
              <a:buFont typeface="Arial"/>
              <a:buNone/>
              <a:defRPr sz="12521"/>
            </a:lvl6pPr>
            <a:lvl7pPr lvl="6" algn="ctr">
              <a:spcBef>
                <a:spcPts val="2504"/>
              </a:spcBef>
              <a:spcAft>
                <a:spcPts val="0"/>
              </a:spcAft>
              <a:buClr>
                <a:schemeClr val="dk1"/>
              </a:buClr>
              <a:buSzPts val="12522"/>
              <a:buFont typeface="Arial"/>
              <a:buNone/>
              <a:defRPr sz="12521"/>
            </a:lvl7pPr>
            <a:lvl8pPr lvl="7" algn="ctr">
              <a:spcBef>
                <a:spcPts val="2504"/>
              </a:spcBef>
              <a:spcAft>
                <a:spcPts val="0"/>
              </a:spcAft>
              <a:buClr>
                <a:schemeClr val="dk1"/>
              </a:buClr>
              <a:buSzPts val="12522"/>
              <a:buFont typeface="Arial"/>
              <a:buNone/>
              <a:defRPr sz="12521"/>
            </a:lvl8pPr>
            <a:lvl9pPr lvl="8" algn="ctr">
              <a:spcBef>
                <a:spcPts val="2504"/>
              </a:spcBef>
              <a:spcAft>
                <a:spcPts val="0"/>
              </a:spcAft>
              <a:buClr>
                <a:schemeClr val="dk1"/>
              </a:buClr>
              <a:buSzPts val="12522"/>
              <a:buFont typeface="Arial"/>
              <a:buNone/>
              <a:defRPr sz="12521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19202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13121640" y="49960696"/>
            <a:ext cx="12161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275234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1920240" y="2194891"/>
            <a:ext cx="345642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1pPr>
            <a:lvl2pPr lvl="1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2pPr>
            <a:lvl3pPr lvl="2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3pPr>
            <a:lvl4pPr lvl="3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4pPr>
            <a:lvl5pPr lvl="4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5pPr>
            <a:lvl6pPr lvl="5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6pPr>
            <a:lvl7pPr lvl="6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7pPr>
            <a:lvl8pPr lvl="7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8pPr>
            <a:lvl9pPr lvl="8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1920240" y="12800773"/>
            <a:ext cx="34564200" cy="36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-419431" lvl="0" marL="4572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•"/>
              <a:defRPr sz="20034"/>
            </a:lvl1pPr>
            <a:lvl2pPr indent="-419431" lvl="1" marL="9144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–"/>
              <a:defRPr sz="17530"/>
            </a:lvl2pPr>
            <a:lvl3pPr indent="-419431" lvl="2" marL="13716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•"/>
              <a:defRPr sz="15026"/>
            </a:lvl3pPr>
            <a:lvl4pPr indent="-419431" lvl="3" marL="18288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–"/>
              <a:defRPr sz="12521"/>
            </a:lvl4pPr>
            <a:lvl5pPr indent="-419431" lvl="4" marL="22860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»"/>
              <a:defRPr sz="12521"/>
            </a:lvl5pPr>
            <a:lvl6pPr indent="-419431" lvl="5" marL="27432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»"/>
              <a:defRPr sz="12521"/>
            </a:lvl6pPr>
            <a:lvl7pPr indent="-419431" lvl="6" marL="32004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»"/>
              <a:defRPr sz="12521"/>
            </a:lvl7pPr>
            <a:lvl8pPr indent="-419431" lvl="7" marL="36576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»"/>
              <a:defRPr sz="12521"/>
            </a:lvl8pPr>
            <a:lvl9pPr indent="-419431" lvl="8" marL="41148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»"/>
              <a:defRPr sz="12521"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19202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13121640" y="49960696"/>
            <a:ext cx="12161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275234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033715" y="35254406"/>
            <a:ext cx="32644800" cy="108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1" sz="484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2pPr>
            <a:lvl3pPr lvl="2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3pPr>
            <a:lvl4pPr lvl="3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4pPr>
            <a:lvl5pPr lvl="4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5pPr>
            <a:lvl6pPr lvl="5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6pPr>
            <a:lvl7pPr lvl="6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7pPr>
            <a:lvl8pPr lvl="7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8pPr>
            <a:lvl9pPr lvl="8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033715" y="23252906"/>
            <a:ext cx="32644800" cy="120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286575" lIns="573150" spcFirstLastPara="1" rIns="573150" wrap="square" tIns="286575">
            <a:noAutofit/>
          </a:bodyPr>
          <a:lstStyle>
            <a:lvl1pPr indent="-228600" lvl="0" marL="457200" algn="l">
              <a:spcBef>
                <a:spcPts val="467"/>
              </a:spcBef>
              <a:spcAft>
                <a:spcPts val="0"/>
              </a:spcAft>
              <a:buClr>
                <a:schemeClr val="dk1"/>
              </a:buClr>
              <a:buSzPts val="2337"/>
              <a:buFont typeface="Arial"/>
              <a:buNone/>
              <a:defRPr sz="2337"/>
            </a:lvl1pPr>
            <a:lvl2pPr indent="-228600" lvl="1" marL="9144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None/>
              <a:defRPr sz="2170"/>
            </a:lvl2pPr>
            <a:lvl3pPr indent="-228600" lvl="2" marL="13716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None/>
              <a:defRPr sz="1836"/>
            </a:lvl3pPr>
            <a:lvl4pPr indent="-228600" lvl="3" marL="1828800" algn="l">
              <a:spcBef>
                <a:spcPts val="334"/>
              </a:spcBef>
              <a:spcAft>
                <a:spcPts val="0"/>
              </a:spcAft>
              <a:buClr>
                <a:schemeClr val="dk1"/>
              </a:buClr>
              <a:buSzPts val="1670"/>
              <a:buFont typeface="Arial"/>
              <a:buNone/>
              <a:defRPr sz="1669"/>
            </a:lvl4pPr>
            <a:lvl5pPr indent="-228600" lvl="4" marL="2286000" algn="l">
              <a:spcBef>
                <a:spcPts val="334"/>
              </a:spcBef>
              <a:spcAft>
                <a:spcPts val="0"/>
              </a:spcAft>
              <a:buClr>
                <a:schemeClr val="dk1"/>
              </a:buClr>
              <a:buSzPts val="1670"/>
              <a:buFont typeface="Arial"/>
              <a:buNone/>
              <a:defRPr sz="1669"/>
            </a:lvl5pPr>
            <a:lvl6pPr indent="-228600" lvl="5" marL="2743200" algn="l">
              <a:spcBef>
                <a:spcPts val="334"/>
              </a:spcBef>
              <a:spcAft>
                <a:spcPts val="0"/>
              </a:spcAft>
              <a:buClr>
                <a:schemeClr val="dk1"/>
              </a:buClr>
              <a:buSzPts val="1670"/>
              <a:buFont typeface="Arial"/>
              <a:buNone/>
              <a:defRPr sz="1669"/>
            </a:lvl6pPr>
            <a:lvl7pPr indent="-228600" lvl="6" marL="3200400" algn="l">
              <a:spcBef>
                <a:spcPts val="334"/>
              </a:spcBef>
              <a:spcAft>
                <a:spcPts val="0"/>
              </a:spcAft>
              <a:buClr>
                <a:schemeClr val="dk1"/>
              </a:buClr>
              <a:buSzPts val="1670"/>
              <a:buFont typeface="Arial"/>
              <a:buNone/>
              <a:defRPr sz="1669"/>
            </a:lvl7pPr>
            <a:lvl8pPr indent="-228600" lvl="7" marL="3657600" algn="l">
              <a:spcBef>
                <a:spcPts val="334"/>
              </a:spcBef>
              <a:spcAft>
                <a:spcPts val="0"/>
              </a:spcAft>
              <a:buClr>
                <a:schemeClr val="dk1"/>
              </a:buClr>
              <a:buSzPts val="1670"/>
              <a:buFont typeface="Arial"/>
              <a:buNone/>
              <a:defRPr sz="1669"/>
            </a:lvl8pPr>
            <a:lvl9pPr indent="-228600" lvl="8" marL="4114800" algn="l">
              <a:spcBef>
                <a:spcPts val="334"/>
              </a:spcBef>
              <a:spcAft>
                <a:spcPts val="0"/>
              </a:spcAft>
              <a:buClr>
                <a:schemeClr val="dk1"/>
              </a:buClr>
              <a:buSzPts val="1670"/>
              <a:buFont typeface="Arial"/>
              <a:buNone/>
              <a:defRPr sz="1669"/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19202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13121640" y="49960696"/>
            <a:ext cx="12161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275234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1920240" y="2194891"/>
            <a:ext cx="345642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1pPr>
            <a:lvl2pPr lvl="1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2pPr>
            <a:lvl3pPr lvl="2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3pPr>
            <a:lvl4pPr lvl="3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4pPr>
            <a:lvl5pPr lvl="4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5pPr>
            <a:lvl6pPr lvl="5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6pPr>
            <a:lvl7pPr lvl="6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7pPr>
            <a:lvl8pPr lvl="7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8pPr>
            <a:lvl9pPr lvl="8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1920611" y="12801203"/>
            <a:ext cx="17193000" cy="36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-440634" lvl="0" marL="457200" algn="l">
              <a:spcBef>
                <a:spcPts val="668"/>
              </a:spcBef>
              <a:spcAft>
                <a:spcPts val="0"/>
              </a:spcAft>
              <a:buClr>
                <a:schemeClr val="dk1"/>
              </a:buClr>
              <a:buSzPts val="3339"/>
              <a:buFont typeface="Arial"/>
              <a:buChar char="•"/>
              <a:defRPr sz="3339"/>
            </a:lvl1pPr>
            <a:lvl2pPr indent="-408829" lvl="1" marL="914400" algn="l"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8"/>
              <a:buFont typeface="Arial"/>
              <a:buChar char="–"/>
              <a:defRPr sz="2838"/>
            </a:lvl2pPr>
            <a:lvl3pPr indent="-377024" lvl="2" marL="1371600" algn="l">
              <a:spcBef>
                <a:spcPts val="467"/>
              </a:spcBef>
              <a:spcAft>
                <a:spcPts val="0"/>
              </a:spcAft>
              <a:buClr>
                <a:schemeClr val="dk1"/>
              </a:buClr>
              <a:buSzPts val="2337"/>
              <a:buFont typeface="Arial"/>
              <a:buChar char="•"/>
              <a:defRPr sz="2337"/>
            </a:lvl3pPr>
            <a:lvl4pPr indent="-366422" lvl="3" marL="18288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–"/>
              <a:defRPr sz="2170"/>
            </a:lvl4pPr>
            <a:lvl5pPr indent="-366422" lvl="4" marL="22860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»"/>
              <a:defRPr sz="2170"/>
            </a:lvl5pPr>
            <a:lvl6pPr indent="-366422" lvl="5" marL="27432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»"/>
              <a:defRPr sz="2170"/>
            </a:lvl6pPr>
            <a:lvl7pPr indent="-366422" lvl="6" marL="32004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»"/>
              <a:defRPr sz="2170"/>
            </a:lvl7pPr>
            <a:lvl8pPr indent="-366422" lvl="7" marL="36576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»"/>
              <a:defRPr sz="2170"/>
            </a:lvl8pPr>
            <a:lvl9pPr indent="-366422" lvl="8" marL="41148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»"/>
              <a:defRPr sz="217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19291301" y="12801203"/>
            <a:ext cx="17193000" cy="36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-440634" lvl="0" marL="457200" algn="l">
              <a:spcBef>
                <a:spcPts val="668"/>
              </a:spcBef>
              <a:spcAft>
                <a:spcPts val="0"/>
              </a:spcAft>
              <a:buClr>
                <a:schemeClr val="dk1"/>
              </a:buClr>
              <a:buSzPts val="3339"/>
              <a:buFont typeface="Arial"/>
              <a:buChar char="•"/>
              <a:defRPr sz="3339"/>
            </a:lvl1pPr>
            <a:lvl2pPr indent="-408829" lvl="1" marL="914400" algn="l"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8"/>
              <a:buFont typeface="Arial"/>
              <a:buChar char="–"/>
              <a:defRPr sz="2838"/>
            </a:lvl2pPr>
            <a:lvl3pPr indent="-377024" lvl="2" marL="1371600" algn="l">
              <a:spcBef>
                <a:spcPts val="467"/>
              </a:spcBef>
              <a:spcAft>
                <a:spcPts val="0"/>
              </a:spcAft>
              <a:buClr>
                <a:schemeClr val="dk1"/>
              </a:buClr>
              <a:buSzPts val="2337"/>
              <a:buFont typeface="Arial"/>
              <a:buChar char="•"/>
              <a:defRPr sz="2337"/>
            </a:lvl3pPr>
            <a:lvl4pPr indent="-366422" lvl="3" marL="18288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–"/>
              <a:defRPr sz="2170"/>
            </a:lvl4pPr>
            <a:lvl5pPr indent="-366422" lvl="4" marL="22860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»"/>
              <a:defRPr sz="2170"/>
            </a:lvl5pPr>
            <a:lvl6pPr indent="-366422" lvl="5" marL="27432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»"/>
              <a:defRPr sz="2170"/>
            </a:lvl6pPr>
            <a:lvl7pPr indent="-366422" lvl="6" marL="32004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»"/>
              <a:defRPr sz="2170"/>
            </a:lvl7pPr>
            <a:lvl8pPr indent="-366422" lvl="7" marL="36576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»"/>
              <a:defRPr sz="2170"/>
            </a:lvl8pPr>
            <a:lvl9pPr indent="-366422" lvl="8" marL="41148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»"/>
              <a:defRPr sz="2170"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19202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13121640" y="49960696"/>
            <a:ext cx="12161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275234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1920240" y="2194891"/>
            <a:ext cx="345642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1pPr>
            <a:lvl2pPr lvl="1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2pPr>
            <a:lvl3pPr lvl="2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3pPr>
            <a:lvl4pPr lvl="3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4pPr>
            <a:lvl5pPr lvl="4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5pPr>
            <a:lvl6pPr lvl="5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6pPr>
            <a:lvl7pPr lvl="6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7pPr>
            <a:lvl8pPr lvl="7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8pPr>
            <a:lvl9pPr lvl="8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1920611" y="12281298"/>
            <a:ext cx="16968900" cy="51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286575" lIns="573150" spcFirstLastPara="1" rIns="573150" wrap="square" tIns="286575">
            <a:noAutofit/>
          </a:bodyPr>
          <a:lstStyle>
            <a:lvl1pPr indent="-228600" lvl="0" marL="457200" algn="l"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8"/>
              <a:buFont typeface="Arial"/>
              <a:buNone/>
              <a:defRPr b="1" sz="2838"/>
            </a:lvl1pPr>
            <a:lvl2pPr indent="-228600" lvl="1" marL="914400" algn="l">
              <a:spcBef>
                <a:spcPts val="467"/>
              </a:spcBef>
              <a:spcAft>
                <a:spcPts val="0"/>
              </a:spcAft>
              <a:buClr>
                <a:schemeClr val="dk1"/>
              </a:buClr>
              <a:buSzPts val="2337"/>
              <a:buFont typeface="Arial"/>
              <a:buNone/>
              <a:defRPr b="1" sz="2337"/>
            </a:lvl2pPr>
            <a:lvl3pPr indent="-228600" lvl="2" marL="13716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None/>
              <a:defRPr b="1" sz="2170"/>
            </a:lvl3pPr>
            <a:lvl4pPr indent="-228600" lvl="3" marL="18288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None/>
              <a:defRPr b="1" sz="1836"/>
            </a:lvl4pPr>
            <a:lvl5pPr indent="-228600" lvl="4" marL="22860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None/>
              <a:defRPr b="1" sz="1836"/>
            </a:lvl5pPr>
            <a:lvl6pPr indent="-228600" lvl="5" marL="27432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None/>
              <a:defRPr b="1" sz="1836"/>
            </a:lvl6pPr>
            <a:lvl7pPr indent="-228600" lvl="6" marL="32004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None/>
              <a:defRPr b="1" sz="1836"/>
            </a:lvl7pPr>
            <a:lvl8pPr indent="-228600" lvl="7" marL="36576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None/>
              <a:defRPr b="1" sz="1836"/>
            </a:lvl8pPr>
            <a:lvl9pPr indent="-228600" lvl="8" marL="41148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None/>
              <a:defRPr b="1" sz="1836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1920611" y="17399001"/>
            <a:ext cx="16968900" cy="316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-408829" lvl="0" marL="457200" algn="l"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8"/>
              <a:buFont typeface="Arial"/>
              <a:buChar char="•"/>
              <a:defRPr sz="2838"/>
            </a:lvl1pPr>
            <a:lvl2pPr indent="-377024" lvl="1" marL="914400" algn="l">
              <a:spcBef>
                <a:spcPts val="467"/>
              </a:spcBef>
              <a:spcAft>
                <a:spcPts val="0"/>
              </a:spcAft>
              <a:buClr>
                <a:schemeClr val="dk1"/>
              </a:buClr>
              <a:buSzPts val="2337"/>
              <a:buFont typeface="Arial"/>
              <a:buChar char="–"/>
              <a:defRPr sz="2337"/>
            </a:lvl2pPr>
            <a:lvl3pPr indent="-366422" lvl="2" marL="13716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•"/>
              <a:defRPr sz="2170"/>
            </a:lvl3pPr>
            <a:lvl4pPr indent="-345219" lvl="3" marL="18288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Char char="–"/>
              <a:defRPr sz="1836"/>
            </a:lvl4pPr>
            <a:lvl5pPr indent="-345219" lvl="4" marL="22860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Char char="»"/>
              <a:defRPr sz="1836"/>
            </a:lvl5pPr>
            <a:lvl6pPr indent="-345219" lvl="5" marL="27432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Char char="»"/>
              <a:defRPr sz="1836"/>
            </a:lvl6pPr>
            <a:lvl7pPr indent="-345219" lvl="6" marL="32004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Char char="»"/>
              <a:defRPr sz="1836"/>
            </a:lvl7pPr>
            <a:lvl8pPr indent="-345218" lvl="7" marL="36576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Char char="»"/>
              <a:defRPr sz="1836"/>
            </a:lvl8pPr>
            <a:lvl9pPr indent="-345218" lvl="8" marL="41148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Char char="»"/>
              <a:defRPr sz="1836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19509848" y="12281298"/>
            <a:ext cx="16974300" cy="51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286575" lIns="573150" spcFirstLastPara="1" rIns="573150" wrap="square" tIns="286575">
            <a:noAutofit/>
          </a:bodyPr>
          <a:lstStyle>
            <a:lvl1pPr indent="-228600" lvl="0" marL="457200" algn="l"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8"/>
              <a:buFont typeface="Arial"/>
              <a:buNone/>
              <a:defRPr b="1" sz="2838"/>
            </a:lvl1pPr>
            <a:lvl2pPr indent="-228600" lvl="1" marL="914400" algn="l">
              <a:spcBef>
                <a:spcPts val="467"/>
              </a:spcBef>
              <a:spcAft>
                <a:spcPts val="0"/>
              </a:spcAft>
              <a:buClr>
                <a:schemeClr val="dk1"/>
              </a:buClr>
              <a:buSzPts val="2337"/>
              <a:buFont typeface="Arial"/>
              <a:buNone/>
              <a:defRPr b="1" sz="2337"/>
            </a:lvl2pPr>
            <a:lvl3pPr indent="-228600" lvl="2" marL="13716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None/>
              <a:defRPr b="1" sz="2170"/>
            </a:lvl3pPr>
            <a:lvl4pPr indent="-228600" lvl="3" marL="18288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None/>
              <a:defRPr b="1" sz="1836"/>
            </a:lvl4pPr>
            <a:lvl5pPr indent="-228600" lvl="4" marL="22860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None/>
              <a:defRPr b="1" sz="1836"/>
            </a:lvl5pPr>
            <a:lvl6pPr indent="-228600" lvl="5" marL="27432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None/>
              <a:defRPr b="1" sz="1836"/>
            </a:lvl6pPr>
            <a:lvl7pPr indent="-228600" lvl="6" marL="32004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None/>
              <a:defRPr b="1" sz="1836"/>
            </a:lvl7pPr>
            <a:lvl8pPr indent="-228600" lvl="7" marL="36576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None/>
              <a:defRPr b="1" sz="1836"/>
            </a:lvl8pPr>
            <a:lvl9pPr indent="-228600" lvl="8" marL="41148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None/>
              <a:defRPr b="1" sz="1836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19509848" y="17399001"/>
            <a:ext cx="16974300" cy="316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-408829" lvl="0" marL="457200" algn="l"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8"/>
              <a:buFont typeface="Arial"/>
              <a:buChar char="•"/>
              <a:defRPr sz="2838"/>
            </a:lvl1pPr>
            <a:lvl2pPr indent="-377024" lvl="1" marL="914400" algn="l">
              <a:spcBef>
                <a:spcPts val="467"/>
              </a:spcBef>
              <a:spcAft>
                <a:spcPts val="0"/>
              </a:spcAft>
              <a:buClr>
                <a:schemeClr val="dk1"/>
              </a:buClr>
              <a:buSzPts val="2337"/>
              <a:buFont typeface="Arial"/>
              <a:buChar char="–"/>
              <a:defRPr sz="2337"/>
            </a:lvl2pPr>
            <a:lvl3pPr indent="-366422" lvl="2" marL="137160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Char char="•"/>
              <a:defRPr sz="2170"/>
            </a:lvl3pPr>
            <a:lvl4pPr indent="-345219" lvl="3" marL="18288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Char char="–"/>
              <a:defRPr sz="1836"/>
            </a:lvl4pPr>
            <a:lvl5pPr indent="-345219" lvl="4" marL="22860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Char char="»"/>
              <a:defRPr sz="1836"/>
            </a:lvl5pPr>
            <a:lvl6pPr indent="-345219" lvl="5" marL="27432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Char char="»"/>
              <a:defRPr sz="1836"/>
            </a:lvl6pPr>
            <a:lvl7pPr indent="-345219" lvl="6" marL="32004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Char char="»"/>
              <a:defRPr sz="1836"/>
            </a:lvl7pPr>
            <a:lvl8pPr indent="-345218" lvl="7" marL="36576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Char char="»"/>
              <a:defRPr sz="1836"/>
            </a:lvl8pPr>
            <a:lvl9pPr indent="-345218" lvl="8" marL="41148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7"/>
              <a:buFont typeface="Arial"/>
              <a:buChar char="»"/>
              <a:defRPr sz="1836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19202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13121640" y="49960696"/>
            <a:ext cx="12161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275234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1920240" y="2194891"/>
            <a:ext cx="345642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1pPr>
            <a:lvl2pPr lvl="1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2pPr>
            <a:lvl3pPr lvl="2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3pPr>
            <a:lvl4pPr lvl="3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4pPr>
            <a:lvl5pPr lvl="4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5pPr>
            <a:lvl6pPr lvl="5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6pPr>
            <a:lvl7pPr lvl="6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7pPr>
            <a:lvl8pPr lvl="7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8pPr>
            <a:lvl9pPr lvl="8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19202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13121640" y="49960696"/>
            <a:ext cx="12161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275234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19202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13121640" y="49960696"/>
            <a:ext cx="12161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275234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1920611" y="2184798"/>
            <a:ext cx="12634800" cy="92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286575" lIns="573150" spcFirstLastPara="1" rIns="573150" wrap="square" tIns="286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1" sz="2337"/>
            </a:lvl1pPr>
            <a:lvl2pPr lvl="1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2pPr>
            <a:lvl3pPr lvl="2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3pPr>
            <a:lvl4pPr lvl="3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4pPr>
            <a:lvl5pPr lvl="4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5pPr>
            <a:lvl6pPr lvl="5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6pPr>
            <a:lvl7pPr lvl="6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7pPr>
            <a:lvl8pPr lvl="7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8pPr>
            <a:lvl9pPr lvl="8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15014840" y="2184798"/>
            <a:ext cx="21469500" cy="468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-472440" lvl="0" marL="457200" algn="l">
              <a:spcBef>
                <a:spcPts val="768"/>
              </a:spcBef>
              <a:spcAft>
                <a:spcPts val="0"/>
              </a:spcAft>
              <a:buClr>
                <a:schemeClr val="dk1"/>
              </a:buClr>
              <a:buSzPts val="3840"/>
              <a:buFont typeface="Arial"/>
              <a:buChar char="•"/>
              <a:defRPr sz="3840"/>
            </a:lvl1pPr>
            <a:lvl2pPr indent="-440634" lvl="1" marL="914400" algn="l">
              <a:spcBef>
                <a:spcPts val="668"/>
              </a:spcBef>
              <a:spcAft>
                <a:spcPts val="0"/>
              </a:spcAft>
              <a:buClr>
                <a:schemeClr val="dk1"/>
              </a:buClr>
              <a:buSzPts val="3339"/>
              <a:buFont typeface="Arial"/>
              <a:buChar char="–"/>
              <a:defRPr sz="3339"/>
            </a:lvl2pPr>
            <a:lvl3pPr indent="-408829" lvl="2" marL="1371600" algn="l">
              <a:spcBef>
                <a:spcPts val="568"/>
              </a:spcBef>
              <a:spcAft>
                <a:spcPts val="0"/>
              </a:spcAft>
              <a:buClr>
                <a:schemeClr val="dk1"/>
              </a:buClr>
              <a:buSzPts val="2838"/>
              <a:buFont typeface="Arial"/>
              <a:buChar char="•"/>
              <a:defRPr sz="2838"/>
            </a:lvl3pPr>
            <a:lvl4pPr indent="-377024" lvl="3" marL="1828800" algn="l">
              <a:spcBef>
                <a:spcPts val="467"/>
              </a:spcBef>
              <a:spcAft>
                <a:spcPts val="0"/>
              </a:spcAft>
              <a:buClr>
                <a:schemeClr val="dk1"/>
              </a:buClr>
              <a:buSzPts val="2337"/>
              <a:buFont typeface="Arial"/>
              <a:buChar char="–"/>
              <a:defRPr sz="2337"/>
            </a:lvl4pPr>
            <a:lvl5pPr indent="-377024" lvl="4" marL="2286000" algn="l">
              <a:spcBef>
                <a:spcPts val="467"/>
              </a:spcBef>
              <a:spcAft>
                <a:spcPts val="0"/>
              </a:spcAft>
              <a:buClr>
                <a:schemeClr val="dk1"/>
              </a:buClr>
              <a:buSzPts val="2337"/>
              <a:buFont typeface="Arial"/>
              <a:buChar char="»"/>
              <a:defRPr sz="2337"/>
            </a:lvl5pPr>
            <a:lvl6pPr indent="-377024" lvl="5" marL="2743200" algn="l">
              <a:spcBef>
                <a:spcPts val="467"/>
              </a:spcBef>
              <a:spcAft>
                <a:spcPts val="0"/>
              </a:spcAft>
              <a:buClr>
                <a:schemeClr val="dk1"/>
              </a:buClr>
              <a:buSzPts val="2337"/>
              <a:buFont typeface="Arial"/>
              <a:buChar char="»"/>
              <a:defRPr sz="2337"/>
            </a:lvl6pPr>
            <a:lvl7pPr indent="-377024" lvl="6" marL="3200400" algn="l">
              <a:spcBef>
                <a:spcPts val="467"/>
              </a:spcBef>
              <a:spcAft>
                <a:spcPts val="0"/>
              </a:spcAft>
              <a:buClr>
                <a:schemeClr val="dk1"/>
              </a:buClr>
              <a:buSzPts val="2337"/>
              <a:buFont typeface="Arial"/>
              <a:buChar char="»"/>
              <a:defRPr sz="2337"/>
            </a:lvl7pPr>
            <a:lvl8pPr indent="-377024" lvl="7" marL="3657600" algn="l">
              <a:spcBef>
                <a:spcPts val="467"/>
              </a:spcBef>
              <a:spcAft>
                <a:spcPts val="0"/>
              </a:spcAft>
              <a:buClr>
                <a:schemeClr val="dk1"/>
              </a:buClr>
              <a:buSzPts val="2337"/>
              <a:buFont typeface="Arial"/>
              <a:buChar char="»"/>
              <a:defRPr sz="2337"/>
            </a:lvl8pPr>
            <a:lvl9pPr indent="-377024" lvl="8" marL="4114800" algn="l">
              <a:spcBef>
                <a:spcPts val="467"/>
              </a:spcBef>
              <a:spcAft>
                <a:spcPts val="0"/>
              </a:spcAft>
              <a:buClr>
                <a:schemeClr val="dk1"/>
              </a:buClr>
              <a:buSzPts val="2337"/>
              <a:buFont typeface="Arial"/>
              <a:buChar char="»"/>
              <a:defRPr sz="2337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1920611" y="11481592"/>
            <a:ext cx="12634800" cy="375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-228600" lvl="0" marL="457200" algn="l">
              <a:spcBef>
                <a:spcPts val="334"/>
              </a:spcBef>
              <a:spcAft>
                <a:spcPts val="0"/>
              </a:spcAft>
              <a:buClr>
                <a:schemeClr val="dk1"/>
              </a:buClr>
              <a:buSzPts val="1670"/>
              <a:buFont typeface="Arial"/>
              <a:buNone/>
              <a:defRPr sz="1669"/>
            </a:lvl1pPr>
            <a:lvl2pPr indent="-228600" lvl="1" marL="914400" algn="l">
              <a:spcBef>
                <a:spcPts val="301"/>
              </a:spcBef>
              <a:spcAft>
                <a:spcPts val="0"/>
              </a:spcAft>
              <a:buClr>
                <a:schemeClr val="dk1"/>
              </a:buClr>
              <a:buSzPts val="1503"/>
              <a:buFont typeface="Arial"/>
              <a:buNone/>
              <a:defRPr sz="1502"/>
            </a:lvl2pPr>
            <a:lvl3pPr indent="-228600" lvl="2" marL="1371600" algn="l">
              <a:spcBef>
                <a:spcPts val="234"/>
              </a:spcBef>
              <a:spcAft>
                <a:spcPts val="0"/>
              </a:spcAft>
              <a:buClr>
                <a:schemeClr val="dk1"/>
              </a:buClr>
              <a:buSzPts val="1169"/>
              <a:buFont typeface="Arial"/>
              <a:buNone/>
              <a:defRPr sz="1168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2"/>
              <a:buFont typeface="Arial"/>
              <a:buNone/>
              <a:defRPr sz="1001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2"/>
              <a:buFont typeface="Arial"/>
              <a:buNone/>
              <a:defRPr sz="1001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2"/>
              <a:buFont typeface="Arial"/>
              <a:buNone/>
              <a:defRPr sz="1001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2"/>
              <a:buFont typeface="Arial"/>
              <a:buNone/>
              <a:defRPr sz="1001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2"/>
              <a:buFont typeface="Arial"/>
              <a:buNone/>
              <a:defRPr sz="1001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2"/>
              <a:buFont typeface="Arial"/>
              <a:buNone/>
              <a:defRPr sz="1001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19202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13121640" y="49960696"/>
            <a:ext cx="12161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275234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7526868" y="38405593"/>
            <a:ext cx="23043600" cy="4532400"/>
          </a:xfrm>
          <a:prstGeom prst="rect">
            <a:avLst/>
          </a:prstGeom>
          <a:noFill/>
          <a:ln>
            <a:noFill/>
          </a:ln>
        </p:spPr>
        <p:txBody>
          <a:bodyPr anchorCtr="0" anchor="b" bIns="286575" lIns="573150" spcFirstLastPara="1" rIns="573150" wrap="square" tIns="286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1" sz="2337"/>
            </a:lvl1pPr>
            <a:lvl2pPr lvl="1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2pPr>
            <a:lvl3pPr lvl="2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3pPr>
            <a:lvl4pPr lvl="3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4pPr>
            <a:lvl5pPr lvl="4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5pPr>
            <a:lvl6pPr lvl="5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6pPr>
            <a:lvl7pPr lvl="6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7pPr>
            <a:lvl8pPr lvl="7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8pPr>
            <a:lvl9pPr lvl="8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7526868" y="4901408"/>
            <a:ext cx="23043600" cy="329187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7526868" y="42937907"/>
            <a:ext cx="23043600" cy="6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-228600" lvl="0" marL="457200" algn="l">
              <a:spcBef>
                <a:spcPts val="334"/>
              </a:spcBef>
              <a:spcAft>
                <a:spcPts val="0"/>
              </a:spcAft>
              <a:buClr>
                <a:schemeClr val="dk1"/>
              </a:buClr>
              <a:buSzPts val="1670"/>
              <a:buFont typeface="Arial"/>
              <a:buNone/>
              <a:defRPr sz="1669"/>
            </a:lvl1pPr>
            <a:lvl2pPr indent="-228600" lvl="1" marL="914400" algn="l">
              <a:spcBef>
                <a:spcPts val="301"/>
              </a:spcBef>
              <a:spcAft>
                <a:spcPts val="0"/>
              </a:spcAft>
              <a:buClr>
                <a:schemeClr val="dk1"/>
              </a:buClr>
              <a:buSzPts val="1503"/>
              <a:buFont typeface="Arial"/>
              <a:buNone/>
              <a:defRPr sz="1502"/>
            </a:lvl2pPr>
            <a:lvl3pPr indent="-228600" lvl="2" marL="1371600" algn="l">
              <a:spcBef>
                <a:spcPts val="234"/>
              </a:spcBef>
              <a:spcAft>
                <a:spcPts val="0"/>
              </a:spcAft>
              <a:buClr>
                <a:schemeClr val="dk1"/>
              </a:buClr>
              <a:buSzPts val="1169"/>
              <a:buFont typeface="Arial"/>
              <a:buNone/>
              <a:defRPr sz="1168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2"/>
              <a:buFont typeface="Arial"/>
              <a:buNone/>
              <a:defRPr sz="1001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2"/>
              <a:buFont typeface="Arial"/>
              <a:buNone/>
              <a:defRPr sz="1001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2"/>
              <a:buFont typeface="Arial"/>
              <a:buNone/>
              <a:defRPr sz="1001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2"/>
              <a:buFont typeface="Arial"/>
              <a:buNone/>
              <a:defRPr sz="1001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2"/>
              <a:buFont typeface="Arial"/>
              <a:buNone/>
              <a:defRPr sz="1001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2"/>
              <a:buFont typeface="Arial"/>
              <a:buNone/>
              <a:defRPr sz="1001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19202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13121640" y="49960696"/>
            <a:ext cx="12161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275234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1920240" y="2194891"/>
            <a:ext cx="345642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1pPr>
            <a:lvl2pPr lvl="1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2pPr>
            <a:lvl3pPr lvl="2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3pPr>
            <a:lvl4pPr lvl="3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4pPr>
            <a:lvl5pPr lvl="4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5pPr>
            <a:lvl6pPr lvl="5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6pPr>
            <a:lvl7pPr lvl="6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7pPr>
            <a:lvl8pPr lvl="7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8pPr>
            <a:lvl9pPr lvl="8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1098810" y="13622323"/>
            <a:ext cx="36207300" cy="345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-419431" lvl="0" marL="4572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•"/>
              <a:defRPr sz="20034"/>
            </a:lvl1pPr>
            <a:lvl2pPr indent="-419431" lvl="1" marL="9144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–"/>
              <a:defRPr sz="17530"/>
            </a:lvl2pPr>
            <a:lvl3pPr indent="-419431" lvl="2" marL="13716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•"/>
              <a:defRPr sz="15026"/>
            </a:lvl3pPr>
            <a:lvl4pPr indent="-419431" lvl="3" marL="18288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–"/>
              <a:defRPr sz="12521"/>
            </a:lvl4pPr>
            <a:lvl5pPr indent="-419431" lvl="4" marL="22860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»"/>
              <a:defRPr sz="12521"/>
            </a:lvl5pPr>
            <a:lvl6pPr indent="-419431" lvl="5" marL="27432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»"/>
              <a:defRPr sz="12521"/>
            </a:lvl6pPr>
            <a:lvl7pPr indent="-419431" lvl="6" marL="32004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»"/>
              <a:defRPr sz="12521"/>
            </a:lvl7pPr>
            <a:lvl8pPr indent="-419431" lvl="7" marL="36576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»"/>
              <a:defRPr sz="12521"/>
            </a:lvl8pPr>
            <a:lvl9pPr indent="-419431" lvl="8" marL="41148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»"/>
              <a:defRPr sz="12521"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19202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13121640" y="49960696"/>
            <a:ext cx="12161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275234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8757442" y="21283454"/>
            <a:ext cx="46813500" cy="8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1pPr>
            <a:lvl2pPr lvl="1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2pPr>
            <a:lvl3pPr lvl="2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3pPr>
            <a:lvl4pPr lvl="3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4pPr>
            <a:lvl5pPr lvl="4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5pPr>
            <a:lvl6pPr lvl="5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6pPr>
            <a:lvl7pPr lvl="6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7pPr>
            <a:lvl8pPr lvl="7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8pPr>
            <a:lvl9pPr lvl="8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27547"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-8613178" y="12730604"/>
            <a:ext cx="46813500" cy="257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-419431" lvl="0" marL="4572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•"/>
              <a:defRPr sz="20034"/>
            </a:lvl1pPr>
            <a:lvl2pPr indent="-419431" lvl="1" marL="9144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–"/>
              <a:defRPr sz="17530"/>
            </a:lvl2pPr>
            <a:lvl3pPr indent="-419431" lvl="2" marL="13716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•"/>
              <a:defRPr sz="15026"/>
            </a:lvl3pPr>
            <a:lvl4pPr indent="-419431" lvl="3" marL="18288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–"/>
              <a:defRPr sz="12521"/>
            </a:lvl4pPr>
            <a:lvl5pPr indent="-419431" lvl="4" marL="22860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»"/>
              <a:defRPr sz="12521"/>
            </a:lvl5pPr>
            <a:lvl6pPr indent="-419431" lvl="5" marL="27432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»"/>
              <a:defRPr sz="12521"/>
            </a:lvl6pPr>
            <a:lvl7pPr indent="-419431" lvl="6" marL="32004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»"/>
              <a:defRPr sz="12521"/>
            </a:lvl7pPr>
            <a:lvl8pPr indent="-419431" lvl="7" marL="36576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»"/>
              <a:defRPr sz="12521"/>
            </a:lvl8pPr>
            <a:lvl9pPr indent="-419431" lvl="8" marL="411480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3005"/>
              <a:buChar char="»"/>
              <a:defRPr sz="12521"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19202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13121640" y="49960696"/>
            <a:ext cx="12161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sz="8848"/>
            </a:lvl1pPr>
            <a:lvl2pPr lvl="1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2pPr>
            <a:lvl3pPr lvl="2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3pPr>
            <a:lvl4pPr lvl="3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4pPr>
            <a:lvl5pPr lvl="4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5pPr>
            <a:lvl6pPr lvl="5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6pPr>
            <a:lvl7pPr lvl="6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7pPr>
            <a:lvl8pPr lvl="7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8pPr>
            <a:lvl9pPr lvl="8" algn="l">
              <a:spcBef>
                <a:spcPts val="0"/>
              </a:spcBef>
              <a:spcAft>
                <a:spcPts val="0"/>
              </a:spcAft>
              <a:buSzPts val="2337"/>
              <a:buNone/>
              <a:defRPr sz="11353"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275234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1920240" y="2194891"/>
            <a:ext cx="345642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6575" lIns="573150" spcFirstLastPara="1" rIns="573150" wrap="square" tIns="2865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2754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2754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2754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2754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2754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2754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2754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2754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2754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1920240" y="12800773"/>
            <a:ext cx="34564200" cy="36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-1500808" lvl="0" marL="457200" marR="0" rtl="0" algn="l">
              <a:spcBef>
                <a:spcPts val="4007"/>
              </a:spcBef>
              <a:spcAft>
                <a:spcPts val="0"/>
              </a:spcAft>
              <a:buClr>
                <a:schemeClr val="dk1"/>
              </a:buClr>
              <a:buSzPts val="20035"/>
              <a:buFont typeface="Arial"/>
              <a:buChar char="•"/>
              <a:defRPr b="0" i="0" sz="2003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41782" lvl="1" marL="914400" marR="0" rtl="0" algn="l">
              <a:spcBef>
                <a:spcPts val="3506"/>
              </a:spcBef>
              <a:spcAft>
                <a:spcPts val="0"/>
              </a:spcAft>
              <a:buClr>
                <a:schemeClr val="dk1"/>
              </a:buClr>
              <a:buSzPts val="17530"/>
              <a:buFont typeface="Arial"/>
              <a:buChar char="–"/>
              <a:defRPr b="0" i="0" sz="175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182756" lvl="2" marL="1371600" marR="0" rtl="0" algn="l">
              <a:spcBef>
                <a:spcPts val="3005"/>
              </a:spcBef>
              <a:spcAft>
                <a:spcPts val="0"/>
              </a:spcAft>
              <a:buClr>
                <a:schemeClr val="dk1"/>
              </a:buClr>
              <a:buSzPts val="15026"/>
              <a:buFont typeface="Arial"/>
              <a:buChar char="•"/>
              <a:defRPr b="0" i="0" sz="15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23730" lvl="3" marL="1828800" marR="0" rtl="0" algn="l">
              <a:spcBef>
                <a:spcPts val="2504"/>
              </a:spcBef>
              <a:spcAft>
                <a:spcPts val="0"/>
              </a:spcAft>
              <a:buClr>
                <a:schemeClr val="dk1"/>
              </a:buClr>
              <a:buSzPts val="12522"/>
              <a:buFont typeface="Arial"/>
              <a:buChar char="–"/>
              <a:defRPr b="0" i="0" sz="1252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23730" lvl="4" marL="2286000" marR="0" rtl="0" algn="l">
              <a:spcBef>
                <a:spcPts val="2504"/>
              </a:spcBef>
              <a:spcAft>
                <a:spcPts val="0"/>
              </a:spcAft>
              <a:buClr>
                <a:schemeClr val="dk1"/>
              </a:buClr>
              <a:buSzPts val="12522"/>
              <a:buFont typeface="Arial"/>
              <a:buChar char="»"/>
              <a:defRPr b="0" i="0" sz="1252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23730" lvl="5" marL="2743200" marR="0" rtl="0" algn="l">
              <a:spcBef>
                <a:spcPts val="2504"/>
              </a:spcBef>
              <a:spcAft>
                <a:spcPts val="0"/>
              </a:spcAft>
              <a:buClr>
                <a:schemeClr val="dk1"/>
              </a:buClr>
              <a:buSzPts val="12522"/>
              <a:buFont typeface="Arial"/>
              <a:buChar char="»"/>
              <a:defRPr b="0" i="0" sz="1252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23730" lvl="6" marL="3200400" marR="0" rtl="0" algn="l">
              <a:spcBef>
                <a:spcPts val="2504"/>
              </a:spcBef>
              <a:spcAft>
                <a:spcPts val="0"/>
              </a:spcAft>
              <a:buClr>
                <a:schemeClr val="dk1"/>
              </a:buClr>
              <a:buSzPts val="12522"/>
              <a:buFont typeface="Arial"/>
              <a:buChar char="»"/>
              <a:defRPr b="0" i="0" sz="1252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23730" lvl="7" marL="3657600" marR="0" rtl="0" algn="l">
              <a:spcBef>
                <a:spcPts val="2504"/>
              </a:spcBef>
              <a:spcAft>
                <a:spcPts val="0"/>
              </a:spcAft>
              <a:buClr>
                <a:schemeClr val="dk1"/>
              </a:buClr>
              <a:buSzPts val="12522"/>
              <a:buFont typeface="Arial"/>
              <a:buChar char="»"/>
              <a:defRPr b="0" i="0" sz="1252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23730" lvl="8" marL="4114800" marR="0" rtl="0" algn="l">
              <a:spcBef>
                <a:spcPts val="2504"/>
              </a:spcBef>
              <a:spcAft>
                <a:spcPts val="0"/>
              </a:spcAft>
              <a:buClr>
                <a:schemeClr val="dk1"/>
              </a:buClr>
              <a:buSzPts val="12522"/>
              <a:buFont typeface="Arial"/>
              <a:buChar char="»"/>
              <a:defRPr b="0" i="0" sz="1252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19202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13121640" y="49960696"/>
            <a:ext cx="12161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337"/>
              <a:buNone/>
              <a:defRPr b="0" i="0" sz="113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27523440" y="49960696"/>
            <a:ext cx="8961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6575" lIns="573150" spcFirstLastPara="1" rIns="573150" wrap="square" tIns="2865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88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65700" y="0"/>
            <a:ext cx="38404800" cy="8832600"/>
          </a:xfrm>
          <a:prstGeom prst="rect">
            <a:avLst/>
          </a:prstGeom>
          <a:solidFill>
            <a:schemeClr val="lt1">
              <a:alpha val="50588"/>
            </a:schemeClr>
          </a:solidFill>
          <a:ln cap="flat" cmpd="sng" w="31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500" lIns="109025" spcFirstLastPara="1" rIns="109025" wrap="square" tIns="54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53"/>
              <a:buFont typeface="Arial"/>
              <a:buNone/>
            </a:pPr>
            <a:r>
              <a:t/>
            </a:r>
            <a:endParaRPr b="0" i="0" sz="1135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486620" y="1084236"/>
            <a:ext cx="24968400" cy="6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0275" lIns="560600" spcFirstLastPara="1" rIns="560600" wrap="square" tIns="280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685">
                <a:solidFill>
                  <a:schemeClr val="dk1"/>
                </a:solidFill>
              </a:rPr>
              <a:t>Research / Project Title</a:t>
            </a:r>
            <a:endParaRPr b="1" sz="10685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5676"/>
              <a:t>Author’s Name</a:t>
            </a:r>
            <a:endParaRPr i="1" sz="5676"/>
          </a:p>
        </p:txBody>
      </p:sp>
      <p:sp>
        <p:nvSpPr>
          <p:cNvPr id="91" name="Google Shape;91;p1"/>
          <p:cNvSpPr/>
          <p:nvPr/>
        </p:nvSpPr>
        <p:spPr>
          <a:xfrm>
            <a:off x="17276116" y="45836838"/>
            <a:ext cx="10570800" cy="3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29250" lIns="429250" spcFirstLastPara="1" rIns="429250" wrap="square" tIns="429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5"/>
              <a:buFont typeface="Arial"/>
              <a:buNone/>
            </a:pPr>
            <a:r>
              <a:t/>
            </a:r>
            <a:endParaRPr b="0" i="0" sz="4340" u="none" cap="none" strike="noStrike">
              <a:solidFill>
                <a:srgbClr val="00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 title="Copy of Logo PNG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00" y="683153"/>
            <a:ext cx="6212846" cy="282636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/>
          <p:nvPr/>
        </p:nvSpPr>
        <p:spPr>
          <a:xfrm>
            <a:off x="32822400" y="282066"/>
            <a:ext cx="5124000" cy="77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0275" lIns="560600" spcFirstLastPara="1" rIns="560600" wrap="square" tIns="280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685">
                <a:solidFill>
                  <a:schemeClr val="dk1"/>
                </a:solidFill>
              </a:rPr>
              <a:t>Your LOGO</a:t>
            </a:r>
            <a:endParaRPr b="1" i="1" sz="5676"/>
          </a:p>
        </p:txBody>
      </p:sp>
      <p:sp>
        <p:nvSpPr>
          <p:cNvPr id="94" name="Google Shape;94;p1"/>
          <p:cNvSpPr/>
          <p:nvPr/>
        </p:nvSpPr>
        <p:spPr>
          <a:xfrm>
            <a:off x="65700" y="10571087"/>
            <a:ext cx="11989500" cy="44292600"/>
          </a:xfrm>
          <a:prstGeom prst="rect">
            <a:avLst/>
          </a:prstGeom>
          <a:solidFill>
            <a:schemeClr val="lt1">
              <a:alpha val="50590"/>
            </a:schemeClr>
          </a:solidFill>
          <a:ln cap="flat" cmpd="sng" w="31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500" lIns="109025" spcFirstLastPara="1" rIns="109025" wrap="square" tIns="54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53"/>
              <a:buFont typeface="Arial"/>
              <a:buNone/>
            </a:pPr>
            <a:r>
              <a:t/>
            </a:r>
            <a:endParaRPr b="0" i="0" sz="1135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5580" y="10571087"/>
            <a:ext cx="11989500" cy="22719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76300" lIns="152650" spcFirstLastPara="1" rIns="152650" wrap="square" tIns="76300">
            <a:noAutofit/>
          </a:bodyPr>
          <a:lstStyle/>
          <a:p>
            <a:pPr indent="0" lvl="0" marL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7012">
                <a:solidFill>
                  <a:schemeClr val="lt1"/>
                </a:solidFill>
              </a:rPr>
              <a:t>Topic</a:t>
            </a:r>
            <a:endParaRPr i="0" sz="7012" u="none" cap="none" strike="noStrike">
              <a:solidFill>
                <a:schemeClr val="lt1"/>
              </a:solidFill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2381060" y="10571087"/>
            <a:ext cx="13255500" cy="44292600"/>
          </a:xfrm>
          <a:prstGeom prst="rect">
            <a:avLst/>
          </a:prstGeom>
          <a:solidFill>
            <a:schemeClr val="lt1">
              <a:alpha val="50590"/>
            </a:schemeClr>
          </a:solidFill>
          <a:ln cap="flat" cmpd="sng" w="31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500" lIns="109025" spcFirstLastPara="1" rIns="109025" wrap="square" tIns="54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53"/>
              <a:buFont typeface="Arial"/>
              <a:buNone/>
            </a:pPr>
            <a:r>
              <a:t/>
            </a:r>
            <a:endParaRPr b="0" i="0" sz="1135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5962540" y="10571087"/>
            <a:ext cx="12208200" cy="44292600"/>
          </a:xfrm>
          <a:prstGeom prst="rect">
            <a:avLst/>
          </a:prstGeom>
          <a:solidFill>
            <a:schemeClr val="lt1">
              <a:alpha val="50590"/>
            </a:schemeClr>
          </a:solidFill>
          <a:ln cap="flat" cmpd="sng" w="31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500" lIns="109025" spcFirstLastPara="1" rIns="109025" wrap="square" tIns="54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53"/>
              <a:buFont typeface="Arial"/>
              <a:buNone/>
            </a:pPr>
            <a:r>
              <a:t/>
            </a:r>
            <a:endParaRPr b="0" i="0" sz="1135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2381210" y="10571087"/>
            <a:ext cx="13255500" cy="22719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76300" lIns="152650" spcFirstLastPara="1" rIns="152650" wrap="square" tIns="76300">
            <a:noAutofit/>
          </a:bodyPr>
          <a:lstStyle/>
          <a:p>
            <a:pPr indent="0" lvl="0" marL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7012">
                <a:solidFill>
                  <a:schemeClr val="lt1"/>
                </a:solidFill>
              </a:rPr>
              <a:t>Topic</a:t>
            </a:r>
            <a:endParaRPr i="0" sz="7012" u="none" cap="none" strike="noStrike">
              <a:solidFill>
                <a:schemeClr val="lt1"/>
              </a:solidFill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25962840" y="10571087"/>
            <a:ext cx="12208200" cy="22719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76300" lIns="152650" spcFirstLastPara="1" rIns="152650" wrap="square" tIns="76300">
            <a:noAutofit/>
          </a:bodyPr>
          <a:lstStyle/>
          <a:p>
            <a:pPr indent="0" lvl="0" marL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7012">
                <a:solidFill>
                  <a:schemeClr val="lt1"/>
                </a:solidFill>
              </a:rPr>
              <a:t>Topic</a:t>
            </a:r>
            <a:endParaRPr i="0" sz="7012" u="none" cap="none" strike="noStrike">
              <a:solidFill>
                <a:schemeClr val="lt1"/>
              </a:solidFill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0" y="31581391"/>
            <a:ext cx="11989500" cy="18000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76300" lIns="152650" spcFirstLastPara="1" rIns="152650" wrap="square" tIns="76300">
            <a:noAutofit/>
          </a:bodyPr>
          <a:lstStyle/>
          <a:p>
            <a:pPr indent="0" lvl="0" marL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7012">
                <a:solidFill>
                  <a:schemeClr val="lt1"/>
                </a:solidFill>
              </a:rPr>
              <a:t>Topic</a:t>
            </a:r>
            <a:endParaRPr i="0" sz="7012" u="none" cap="none" strike="noStrike">
              <a:solidFill>
                <a:schemeClr val="lt1"/>
              </a:solidFill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2381060" y="31581391"/>
            <a:ext cx="13255500" cy="18000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76300" lIns="152650" spcFirstLastPara="1" rIns="152650" wrap="square" tIns="76300">
            <a:noAutofit/>
          </a:bodyPr>
          <a:lstStyle/>
          <a:p>
            <a:pPr indent="0" lvl="0" marL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7012">
                <a:solidFill>
                  <a:schemeClr val="lt1"/>
                </a:solidFill>
              </a:rPr>
              <a:t>Topic</a:t>
            </a:r>
            <a:endParaRPr i="0" sz="7012" u="none" cap="none" strike="noStrike">
              <a:solidFill>
                <a:schemeClr val="lt1"/>
              </a:solidFill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25962540" y="31581391"/>
            <a:ext cx="12208200" cy="1800000"/>
          </a:xfrm>
          <a:prstGeom prst="rect">
            <a:avLst/>
          </a:prstGeom>
          <a:solidFill>
            <a:srgbClr val="062D56"/>
          </a:solidFill>
          <a:ln>
            <a:noFill/>
          </a:ln>
        </p:spPr>
        <p:txBody>
          <a:bodyPr anchorCtr="0" anchor="ctr" bIns="76300" lIns="152650" spcFirstLastPara="1" rIns="152650" wrap="square" tIns="76300">
            <a:noAutofit/>
          </a:bodyPr>
          <a:lstStyle/>
          <a:p>
            <a:pPr indent="0" lvl="0" marL="0" rtl="0" algn="ctr">
              <a:lnSpc>
                <a:spcPct val="92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7012">
                <a:solidFill>
                  <a:schemeClr val="lt1"/>
                </a:solidFill>
              </a:rPr>
              <a:t>Topic</a:t>
            </a:r>
            <a:endParaRPr i="0" sz="7012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2007-08-09T19:24:32Z</dcterms:created>
  <dc:creator>Graphicsland/MakeSigns.com</dc:creator>
</cp:coreProperties>
</file>