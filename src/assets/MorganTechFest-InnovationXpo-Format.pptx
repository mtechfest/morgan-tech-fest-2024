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21031200" cx="32004000"/>
  <p:notesSz cx="32099250" cy="4307205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6624">
          <p15:clr>
            <a:srgbClr val="A4A3A4"/>
          </p15:clr>
        </p15:guide>
        <p15:guide id="2" pos="10080">
          <p15:clr>
            <a:srgbClr val="A4A3A4"/>
          </p15:clr>
        </p15:guide>
      </p15:sldGuideLst>
    </p:ext>
    <p:ext uri="GoogleSlidesCustomDataVersion2">
      <go:slidesCustomData xmlns:go="http://customooxmlschemas.google.com/" r:id="rId7" roundtripDataSignature="AMtx7mgzprBEFGq6ihRbBMfdeZenfPiuy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6624" orient="horz"/>
        <p:guide pos="100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customschemas.google.com/relationships/presentationmetadata" Target="meta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13909675" cy="2154238"/>
          </a:xfrm>
          <a:prstGeom prst="rect">
            <a:avLst/>
          </a:prstGeom>
          <a:noFill/>
          <a:ln>
            <a:noFill/>
          </a:ln>
        </p:spPr>
        <p:txBody>
          <a:bodyPr anchorCtr="0" anchor="t" bIns="214750" lIns="429525" spcFirstLastPara="1" rIns="429525" wrap="square" tIns="21475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18181638" y="0"/>
            <a:ext cx="13909675" cy="2154238"/>
          </a:xfrm>
          <a:prstGeom prst="rect">
            <a:avLst/>
          </a:prstGeom>
          <a:noFill/>
          <a:ln>
            <a:noFill/>
          </a:ln>
        </p:spPr>
        <p:txBody>
          <a:bodyPr anchorCtr="0" anchor="t" bIns="214750" lIns="429525" spcFirstLastPara="1" rIns="429525" wrap="square" tIns="21475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762375" y="3230563"/>
            <a:ext cx="24576088" cy="161512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3209925" y="20459700"/>
            <a:ext cx="25679400" cy="19381788"/>
          </a:xfrm>
          <a:prstGeom prst="rect">
            <a:avLst/>
          </a:prstGeom>
          <a:noFill/>
          <a:ln>
            <a:noFill/>
          </a:ln>
        </p:spPr>
        <p:txBody>
          <a:bodyPr anchorCtr="0" anchor="t" bIns="214750" lIns="429525" spcFirstLastPara="1" rIns="429525" wrap="square" tIns="214750">
            <a:noAutofit/>
          </a:bodyPr>
          <a:lstStyle>
            <a:lvl1pPr indent="-228600" lvl="0" marL="457200" marR="0" rtl="0" algn="l">
              <a:spcBef>
                <a:spcPts val="27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27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27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27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27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40911463"/>
            <a:ext cx="13909675" cy="2152650"/>
          </a:xfrm>
          <a:prstGeom prst="rect">
            <a:avLst/>
          </a:prstGeom>
          <a:noFill/>
          <a:ln>
            <a:noFill/>
          </a:ln>
        </p:spPr>
        <p:txBody>
          <a:bodyPr anchorCtr="0" anchor="b" bIns="214750" lIns="429525" spcFirstLastPara="1" rIns="429525" wrap="square" tIns="21475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18181638" y="40911463"/>
            <a:ext cx="13909675" cy="2152650"/>
          </a:xfrm>
          <a:prstGeom prst="rect">
            <a:avLst/>
          </a:prstGeom>
          <a:noFill/>
          <a:ln>
            <a:noFill/>
          </a:ln>
        </p:spPr>
        <p:txBody>
          <a:bodyPr anchorCtr="0" anchor="b" bIns="214750" lIns="429525" spcFirstLastPara="1" rIns="429525" wrap="square" tIns="21475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5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2" type="sldNum"/>
          </p:nvPr>
        </p:nvSpPr>
        <p:spPr>
          <a:xfrm>
            <a:off x="18181638" y="40911463"/>
            <a:ext cx="13909675" cy="2152650"/>
          </a:xfrm>
          <a:prstGeom prst="rect">
            <a:avLst/>
          </a:prstGeom>
          <a:noFill/>
          <a:ln>
            <a:noFill/>
          </a:ln>
        </p:spPr>
        <p:txBody>
          <a:bodyPr anchorCtr="0" anchor="b" bIns="214750" lIns="429525" spcFirstLastPara="1" rIns="429525" wrap="square" tIns="2147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5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3762375" y="3230563"/>
            <a:ext cx="24576088" cy="161512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3209925" y="20459700"/>
            <a:ext cx="25679400" cy="19381788"/>
          </a:xfrm>
          <a:prstGeom prst="rect">
            <a:avLst/>
          </a:prstGeom>
          <a:noFill/>
          <a:ln>
            <a:noFill/>
          </a:ln>
        </p:spPr>
        <p:txBody>
          <a:bodyPr anchorCtr="0" anchor="t" bIns="214750" lIns="429525" spcFirstLastPara="1" rIns="429525" wrap="square" tIns="2147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/>
          <p:nvPr>
            <p:ph type="ctrTitle"/>
          </p:nvPr>
        </p:nvSpPr>
        <p:spPr>
          <a:xfrm>
            <a:off x="2399993" y="6533456"/>
            <a:ext cx="27204017" cy="4507773"/>
          </a:xfrm>
          <a:prstGeom prst="rect">
            <a:avLst/>
          </a:prstGeom>
          <a:noFill/>
          <a:ln>
            <a:noFill/>
          </a:ln>
        </p:spPr>
        <p:txBody>
          <a:bodyPr anchorCtr="0" anchor="ctr" bIns="171650" lIns="343300" spcFirstLastPara="1" rIns="343300" wrap="square" tIns="1716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5"/>
          <p:cNvSpPr txBox="1"/>
          <p:nvPr>
            <p:ph idx="1" type="subTitle"/>
          </p:nvPr>
        </p:nvSpPr>
        <p:spPr>
          <a:xfrm>
            <a:off x="4799984" y="11917529"/>
            <a:ext cx="22404035" cy="5374944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ctr"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ial"/>
              <a:buNone/>
              <a:defRPr/>
            </a:lvl1pPr>
            <a:lvl2pPr lvl="1" algn="ctr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0500"/>
              <a:buFont typeface="Arial"/>
              <a:buNone/>
              <a:defRPr/>
            </a:lvl2pPr>
            <a:lvl3pPr lvl="2" algn="ctr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/>
              <a:buNone/>
              <a:defRPr/>
            </a:lvl3pPr>
            <a:lvl4pPr lvl="3" algn="ctr"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500"/>
              <a:buFont typeface="Arial"/>
              <a:buNone/>
              <a:defRPr/>
            </a:lvl4pPr>
            <a:lvl5pPr lvl="4" algn="ctr"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500"/>
              <a:buFont typeface="Arial"/>
              <a:buNone/>
              <a:defRPr/>
            </a:lvl5pPr>
            <a:lvl6pPr lvl="5" algn="ctr"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500"/>
              <a:buFont typeface="Arial"/>
              <a:buNone/>
              <a:defRPr/>
            </a:lvl6pPr>
            <a:lvl7pPr lvl="6" algn="ctr"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500"/>
              <a:buFont typeface="Arial"/>
              <a:buNone/>
              <a:defRPr/>
            </a:lvl7pPr>
            <a:lvl8pPr lvl="7" algn="ctr"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500"/>
              <a:buFont typeface="Arial"/>
              <a:buNone/>
              <a:defRPr/>
            </a:lvl8pPr>
            <a:lvl9pPr lvl="8" algn="ctr"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500"/>
              <a:buFont typeface="Arial"/>
              <a:buNone/>
              <a:defRPr/>
            </a:lvl9pPr>
          </a:lstStyle>
          <a:p/>
        </p:txBody>
      </p:sp>
      <p:sp>
        <p:nvSpPr>
          <p:cNvPr id="18" name="Google Shape;18;p5"/>
          <p:cNvSpPr txBox="1"/>
          <p:nvPr>
            <p:ph idx="10" type="dt"/>
          </p:nvPr>
        </p:nvSpPr>
        <p:spPr>
          <a:xfrm>
            <a:off x="1600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idx="11" type="ftr"/>
          </p:nvPr>
        </p:nvSpPr>
        <p:spPr>
          <a:xfrm>
            <a:off x="10934700" y="19151600"/>
            <a:ext cx="10134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2" type="sldNum"/>
          </p:nvPr>
        </p:nvSpPr>
        <p:spPr>
          <a:xfrm>
            <a:off x="22936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1600200" y="841375"/>
            <a:ext cx="28803600" cy="350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1650" lIns="343300" spcFirstLastPara="1" rIns="343300" wrap="square" tIns="1716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6"/>
          <p:cNvSpPr txBox="1"/>
          <p:nvPr>
            <p:ph idx="1" type="body"/>
          </p:nvPr>
        </p:nvSpPr>
        <p:spPr>
          <a:xfrm>
            <a:off x="1600200" y="4906963"/>
            <a:ext cx="28803600" cy="13879512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0" type="dt"/>
          </p:nvPr>
        </p:nvSpPr>
        <p:spPr>
          <a:xfrm>
            <a:off x="1600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6"/>
          <p:cNvSpPr txBox="1"/>
          <p:nvPr>
            <p:ph idx="11" type="ftr"/>
          </p:nvPr>
        </p:nvSpPr>
        <p:spPr>
          <a:xfrm>
            <a:off x="10934700" y="19151600"/>
            <a:ext cx="10134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22936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2528096" y="13514189"/>
            <a:ext cx="27204017" cy="41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900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" type="body"/>
          </p:nvPr>
        </p:nvSpPr>
        <p:spPr>
          <a:xfrm>
            <a:off x="2528096" y="8913614"/>
            <a:ext cx="27204017" cy="4600575"/>
          </a:xfrm>
          <a:prstGeom prst="rect">
            <a:avLst/>
          </a:prstGeom>
          <a:noFill/>
          <a:ln>
            <a:noFill/>
          </a:ln>
        </p:spPr>
        <p:txBody>
          <a:bodyPr anchorCtr="0" anchor="b" bIns="171650" lIns="343300" spcFirstLastPara="1" rIns="343300" wrap="square" tIns="17165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1pPr>
            <a:lvl2pPr indent="-228600" lvl="1" marL="914400" algn="l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  <a:defRPr sz="1300"/>
            </a:lvl2pPr>
            <a:lvl3pPr indent="-228600" lvl="2" marL="13716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/>
            </a:lvl9pPr>
          </a:lstStyle>
          <a:p/>
        </p:txBody>
      </p:sp>
      <p:sp>
        <p:nvSpPr>
          <p:cNvPr id="30" name="Google Shape;30;p7"/>
          <p:cNvSpPr txBox="1"/>
          <p:nvPr>
            <p:ph idx="10" type="dt"/>
          </p:nvPr>
        </p:nvSpPr>
        <p:spPr>
          <a:xfrm>
            <a:off x="1600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7"/>
          <p:cNvSpPr txBox="1"/>
          <p:nvPr>
            <p:ph idx="11" type="ftr"/>
          </p:nvPr>
        </p:nvSpPr>
        <p:spPr>
          <a:xfrm>
            <a:off x="10934700" y="19151600"/>
            <a:ext cx="10134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22936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1600200" y="841375"/>
            <a:ext cx="28803600" cy="350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1650" lIns="343300" spcFirstLastPara="1" rIns="343300" wrap="square" tIns="1716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8"/>
          <p:cNvSpPr txBox="1"/>
          <p:nvPr>
            <p:ph idx="1" type="body"/>
          </p:nvPr>
        </p:nvSpPr>
        <p:spPr>
          <a:xfrm>
            <a:off x="1600509" y="4907128"/>
            <a:ext cx="14327408" cy="13880075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-355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/>
            </a:lvl1pPr>
            <a:lvl2pPr indent="-336550" lvl="1" marL="914400" algn="l"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–"/>
              <a:defRPr sz="1700"/>
            </a:lvl2pPr>
            <a:lvl3pPr indent="-317500" lvl="2" marL="1371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/>
            </a:lvl3pPr>
            <a:lvl4pPr indent="-311150" lvl="3" marL="1828800" algn="l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–"/>
              <a:defRPr sz="1300"/>
            </a:lvl4pPr>
            <a:lvl5pPr indent="-311150" lvl="4" marL="2286000" algn="l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»"/>
              <a:defRPr sz="1300"/>
            </a:lvl5pPr>
            <a:lvl6pPr indent="-311150" lvl="5" marL="2743200" algn="l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»"/>
              <a:defRPr sz="1300"/>
            </a:lvl6pPr>
            <a:lvl7pPr indent="-311150" lvl="6" marL="3200400" algn="l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»"/>
              <a:defRPr sz="1300"/>
            </a:lvl7pPr>
            <a:lvl8pPr indent="-311150" lvl="7" marL="3657600" algn="l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»"/>
              <a:defRPr sz="1300"/>
            </a:lvl8pPr>
            <a:lvl9pPr indent="-311150" lvl="8" marL="4114800" algn="l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»"/>
              <a:defRPr sz="1300"/>
            </a:lvl9pPr>
          </a:lstStyle>
          <a:p/>
        </p:txBody>
      </p:sp>
      <p:sp>
        <p:nvSpPr>
          <p:cNvPr id="36" name="Google Shape;36;p8"/>
          <p:cNvSpPr txBox="1"/>
          <p:nvPr>
            <p:ph idx="2" type="body"/>
          </p:nvPr>
        </p:nvSpPr>
        <p:spPr>
          <a:xfrm>
            <a:off x="16076084" y="4907128"/>
            <a:ext cx="14327409" cy="13880075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-355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/>
            </a:lvl1pPr>
            <a:lvl2pPr indent="-336550" lvl="1" marL="914400" algn="l"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–"/>
              <a:defRPr sz="1700"/>
            </a:lvl2pPr>
            <a:lvl3pPr indent="-317500" lvl="2" marL="1371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/>
            </a:lvl3pPr>
            <a:lvl4pPr indent="-311150" lvl="3" marL="1828800" algn="l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–"/>
              <a:defRPr sz="1300"/>
            </a:lvl4pPr>
            <a:lvl5pPr indent="-311150" lvl="4" marL="2286000" algn="l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»"/>
              <a:defRPr sz="1300"/>
            </a:lvl5pPr>
            <a:lvl6pPr indent="-311150" lvl="5" marL="2743200" algn="l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»"/>
              <a:defRPr sz="1300"/>
            </a:lvl6pPr>
            <a:lvl7pPr indent="-311150" lvl="6" marL="3200400" algn="l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»"/>
              <a:defRPr sz="1300"/>
            </a:lvl7pPr>
            <a:lvl8pPr indent="-311150" lvl="7" marL="3657600" algn="l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»"/>
              <a:defRPr sz="1300"/>
            </a:lvl8pPr>
            <a:lvl9pPr indent="-311150" lvl="8" marL="4114800" algn="l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»"/>
              <a:defRPr sz="1300"/>
            </a:lvl9pPr>
          </a:lstStyle>
          <a:p/>
        </p:txBody>
      </p:sp>
      <p:sp>
        <p:nvSpPr>
          <p:cNvPr id="37" name="Google Shape;37;p8"/>
          <p:cNvSpPr txBox="1"/>
          <p:nvPr>
            <p:ph idx="10" type="dt"/>
          </p:nvPr>
        </p:nvSpPr>
        <p:spPr>
          <a:xfrm>
            <a:off x="1600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8"/>
          <p:cNvSpPr txBox="1"/>
          <p:nvPr>
            <p:ph idx="11" type="ftr"/>
          </p:nvPr>
        </p:nvSpPr>
        <p:spPr>
          <a:xfrm>
            <a:off x="10934700" y="19151600"/>
            <a:ext cx="10134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8"/>
          <p:cNvSpPr txBox="1"/>
          <p:nvPr>
            <p:ph idx="12" type="sldNum"/>
          </p:nvPr>
        </p:nvSpPr>
        <p:spPr>
          <a:xfrm>
            <a:off x="22936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 txBox="1"/>
          <p:nvPr>
            <p:ph type="title"/>
          </p:nvPr>
        </p:nvSpPr>
        <p:spPr>
          <a:xfrm>
            <a:off x="1600200" y="841375"/>
            <a:ext cx="28803600" cy="350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1650" lIns="343300" spcFirstLastPara="1" rIns="343300" wrap="square" tIns="1716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9"/>
          <p:cNvSpPr txBox="1"/>
          <p:nvPr>
            <p:ph idx="1" type="body"/>
          </p:nvPr>
        </p:nvSpPr>
        <p:spPr>
          <a:xfrm>
            <a:off x="1600509" y="4707831"/>
            <a:ext cx="14140656" cy="1961786"/>
          </a:xfrm>
          <a:prstGeom prst="rect">
            <a:avLst/>
          </a:prstGeom>
          <a:noFill/>
          <a:ln>
            <a:noFill/>
          </a:ln>
        </p:spPr>
        <p:txBody>
          <a:bodyPr anchorCtr="0" anchor="b" bIns="171650" lIns="343300" spcFirstLastPara="1" rIns="343300" wrap="square" tIns="171650">
            <a:noAutofit/>
          </a:bodyPr>
          <a:lstStyle>
            <a:lvl1pPr indent="-228600" lvl="0" marL="457200" algn="l"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  <a:defRPr b="1" sz="1700"/>
            </a:lvl1pPr>
            <a:lvl2pPr indent="-228600" lvl="1" marL="9144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1" sz="1400"/>
            </a:lvl2pPr>
            <a:lvl3pPr indent="-228600" lvl="2" marL="1371600" algn="l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  <a:defRPr b="1" sz="1300"/>
            </a:lvl3pPr>
            <a:lvl4pPr indent="-228600" lvl="3" marL="18288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100"/>
            </a:lvl4pPr>
            <a:lvl5pPr indent="-228600" lvl="4" marL="22860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100"/>
            </a:lvl5pPr>
            <a:lvl6pPr indent="-228600" lvl="5" marL="27432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100"/>
            </a:lvl6pPr>
            <a:lvl7pPr indent="-228600" lvl="6" marL="32004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100"/>
            </a:lvl7pPr>
            <a:lvl8pPr indent="-228600" lvl="7" marL="36576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100"/>
            </a:lvl8pPr>
            <a:lvl9pPr indent="-228600" lvl="8" marL="41148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1600509" y="6669617"/>
            <a:ext cx="14140656" cy="12117586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-336550" lvl="0" marL="457200" algn="l"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700"/>
            </a:lvl1pPr>
            <a:lvl2pPr indent="-317500" lvl="1" marL="9144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–"/>
              <a:defRPr sz="1400"/>
            </a:lvl2pPr>
            <a:lvl3pPr indent="-311150" lvl="2" marL="1371600" algn="l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/>
            </a:lvl3pPr>
            <a:lvl4pPr indent="-298450" lvl="3" marL="18288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–"/>
              <a:defRPr sz="1100"/>
            </a:lvl4pPr>
            <a:lvl5pPr indent="-298450" lvl="4" marL="22860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»"/>
              <a:defRPr sz="1100"/>
            </a:lvl5pPr>
            <a:lvl6pPr indent="-298450" lvl="5" marL="27432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»"/>
              <a:defRPr sz="1100"/>
            </a:lvl6pPr>
            <a:lvl7pPr indent="-298450" lvl="6" marL="32004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»"/>
              <a:defRPr sz="1100"/>
            </a:lvl7pPr>
            <a:lvl8pPr indent="-298450" lvl="7" marL="36576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»"/>
              <a:defRPr sz="1100"/>
            </a:lvl8pPr>
            <a:lvl9pPr indent="-298450" lvl="8" marL="41148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»"/>
              <a:defRPr sz="1100"/>
            </a:lvl9pPr>
          </a:lstStyle>
          <a:p/>
        </p:txBody>
      </p:sp>
      <p:sp>
        <p:nvSpPr>
          <p:cNvPr id="44" name="Google Shape;44;p9"/>
          <p:cNvSpPr txBox="1"/>
          <p:nvPr>
            <p:ph idx="3" type="body"/>
          </p:nvPr>
        </p:nvSpPr>
        <p:spPr>
          <a:xfrm>
            <a:off x="16258207" y="4707831"/>
            <a:ext cx="14145286" cy="1961786"/>
          </a:xfrm>
          <a:prstGeom prst="rect">
            <a:avLst/>
          </a:prstGeom>
          <a:noFill/>
          <a:ln>
            <a:noFill/>
          </a:ln>
        </p:spPr>
        <p:txBody>
          <a:bodyPr anchorCtr="0" anchor="b" bIns="171650" lIns="343300" spcFirstLastPara="1" rIns="343300" wrap="square" tIns="171650">
            <a:noAutofit/>
          </a:bodyPr>
          <a:lstStyle>
            <a:lvl1pPr indent="-228600" lvl="0" marL="457200" algn="l"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  <a:defRPr b="1" sz="1700"/>
            </a:lvl1pPr>
            <a:lvl2pPr indent="-228600" lvl="1" marL="9144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1" sz="1400"/>
            </a:lvl2pPr>
            <a:lvl3pPr indent="-228600" lvl="2" marL="1371600" algn="l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  <a:defRPr b="1" sz="1300"/>
            </a:lvl3pPr>
            <a:lvl4pPr indent="-228600" lvl="3" marL="18288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100"/>
            </a:lvl4pPr>
            <a:lvl5pPr indent="-228600" lvl="4" marL="22860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100"/>
            </a:lvl5pPr>
            <a:lvl6pPr indent="-228600" lvl="5" marL="27432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100"/>
            </a:lvl6pPr>
            <a:lvl7pPr indent="-228600" lvl="6" marL="32004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100"/>
            </a:lvl7pPr>
            <a:lvl8pPr indent="-228600" lvl="7" marL="36576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100"/>
            </a:lvl8pPr>
            <a:lvl9pPr indent="-228600" lvl="8" marL="41148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sz="1100"/>
            </a:lvl9pPr>
          </a:lstStyle>
          <a:p/>
        </p:txBody>
      </p:sp>
      <p:sp>
        <p:nvSpPr>
          <p:cNvPr id="45" name="Google Shape;45;p9"/>
          <p:cNvSpPr txBox="1"/>
          <p:nvPr>
            <p:ph idx="4" type="body"/>
          </p:nvPr>
        </p:nvSpPr>
        <p:spPr>
          <a:xfrm>
            <a:off x="16258207" y="6669617"/>
            <a:ext cx="14145286" cy="12117586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-336550" lvl="0" marL="457200" algn="l"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700"/>
            </a:lvl1pPr>
            <a:lvl2pPr indent="-317500" lvl="1" marL="9144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–"/>
              <a:defRPr sz="1400"/>
            </a:lvl2pPr>
            <a:lvl3pPr indent="-311150" lvl="2" marL="1371600" algn="l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/>
            </a:lvl3pPr>
            <a:lvl4pPr indent="-298450" lvl="3" marL="18288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–"/>
              <a:defRPr sz="1100"/>
            </a:lvl4pPr>
            <a:lvl5pPr indent="-298450" lvl="4" marL="22860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»"/>
              <a:defRPr sz="1100"/>
            </a:lvl5pPr>
            <a:lvl6pPr indent="-298450" lvl="5" marL="27432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»"/>
              <a:defRPr sz="1100"/>
            </a:lvl6pPr>
            <a:lvl7pPr indent="-298450" lvl="6" marL="32004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»"/>
              <a:defRPr sz="1100"/>
            </a:lvl7pPr>
            <a:lvl8pPr indent="-298450" lvl="7" marL="36576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»"/>
              <a:defRPr sz="1100"/>
            </a:lvl8pPr>
            <a:lvl9pPr indent="-298450" lvl="8" marL="4114800" algn="l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»"/>
              <a:defRPr sz="1100"/>
            </a:lvl9pPr>
          </a:lstStyle>
          <a:p/>
        </p:txBody>
      </p:sp>
      <p:sp>
        <p:nvSpPr>
          <p:cNvPr id="46" name="Google Shape;46;p9"/>
          <p:cNvSpPr txBox="1"/>
          <p:nvPr>
            <p:ph idx="10" type="dt"/>
          </p:nvPr>
        </p:nvSpPr>
        <p:spPr>
          <a:xfrm>
            <a:off x="1600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9"/>
          <p:cNvSpPr txBox="1"/>
          <p:nvPr>
            <p:ph idx="11" type="ftr"/>
          </p:nvPr>
        </p:nvSpPr>
        <p:spPr>
          <a:xfrm>
            <a:off x="10934700" y="19151600"/>
            <a:ext cx="10134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9"/>
          <p:cNvSpPr txBox="1"/>
          <p:nvPr>
            <p:ph idx="12" type="sldNum"/>
          </p:nvPr>
        </p:nvSpPr>
        <p:spPr>
          <a:xfrm>
            <a:off x="22936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/>
          <p:nvPr>
            <p:ph type="title"/>
          </p:nvPr>
        </p:nvSpPr>
        <p:spPr>
          <a:xfrm>
            <a:off x="1600200" y="841375"/>
            <a:ext cx="28803600" cy="350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1650" lIns="343300" spcFirstLastPara="1" rIns="343300" wrap="square" tIns="1716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0"/>
          <p:cNvSpPr txBox="1"/>
          <p:nvPr>
            <p:ph idx="10" type="dt"/>
          </p:nvPr>
        </p:nvSpPr>
        <p:spPr>
          <a:xfrm>
            <a:off x="1600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0"/>
          <p:cNvSpPr txBox="1"/>
          <p:nvPr>
            <p:ph idx="11" type="ftr"/>
          </p:nvPr>
        </p:nvSpPr>
        <p:spPr>
          <a:xfrm>
            <a:off x="10934700" y="19151600"/>
            <a:ext cx="10134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0"/>
          <p:cNvSpPr txBox="1"/>
          <p:nvPr>
            <p:ph idx="12" type="sldNum"/>
          </p:nvPr>
        </p:nvSpPr>
        <p:spPr>
          <a:xfrm>
            <a:off x="22936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idx="10" type="dt"/>
          </p:nvPr>
        </p:nvSpPr>
        <p:spPr>
          <a:xfrm>
            <a:off x="1600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1"/>
          <p:cNvSpPr txBox="1"/>
          <p:nvPr>
            <p:ph idx="11" type="ftr"/>
          </p:nvPr>
        </p:nvSpPr>
        <p:spPr>
          <a:xfrm>
            <a:off x="10934700" y="19151600"/>
            <a:ext cx="10134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1"/>
          <p:cNvSpPr txBox="1"/>
          <p:nvPr>
            <p:ph idx="12" type="sldNum"/>
          </p:nvPr>
        </p:nvSpPr>
        <p:spPr>
          <a:xfrm>
            <a:off x="22936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type="title"/>
          </p:nvPr>
        </p:nvSpPr>
        <p:spPr>
          <a:xfrm>
            <a:off x="1600509" y="837506"/>
            <a:ext cx="10529094" cy="3563772"/>
          </a:xfrm>
          <a:prstGeom prst="rect">
            <a:avLst/>
          </a:prstGeom>
          <a:noFill/>
          <a:ln>
            <a:noFill/>
          </a:ln>
        </p:spPr>
        <p:txBody>
          <a:bodyPr anchorCtr="0" anchor="b" bIns="171650" lIns="343300" spcFirstLastPara="1" rIns="343300" wrap="square" tIns="1716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14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2"/>
          <p:cNvSpPr txBox="1"/>
          <p:nvPr>
            <p:ph idx="1" type="body"/>
          </p:nvPr>
        </p:nvSpPr>
        <p:spPr>
          <a:xfrm>
            <a:off x="12512367" y="837506"/>
            <a:ext cx="17891125" cy="17949697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-374650" lvl="0" marL="457200" algn="l">
              <a:spcBef>
                <a:spcPts val="46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Char char="•"/>
              <a:defRPr sz="23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/>
            </a:lvl2pPr>
            <a:lvl3pPr indent="-336550" lvl="2" marL="1371600" algn="l"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700"/>
            </a:lvl3pPr>
            <a:lvl4pPr indent="-317500" lvl="3" marL="18288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–"/>
              <a:defRPr sz="1400"/>
            </a:lvl4pPr>
            <a:lvl5pPr indent="-317500" lvl="4" marL="22860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»"/>
              <a:defRPr sz="1400"/>
            </a:lvl5pPr>
            <a:lvl6pPr indent="-317500" lvl="5" marL="2743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»"/>
              <a:defRPr sz="1400"/>
            </a:lvl6pPr>
            <a:lvl7pPr indent="-317500" lvl="6" marL="32004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»"/>
              <a:defRPr sz="1400"/>
            </a:lvl7pPr>
            <a:lvl8pPr indent="-317500" lvl="7" marL="3657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»"/>
              <a:defRPr sz="1400"/>
            </a:lvl8pPr>
            <a:lvl9pPr indent="-317500" lvl="8" marL="41148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»"/>
              <a:defRPr sz="1400"/>
            </a:lvl9pPr>
          </a:lstStyle>
          <a:p/>
        </p:txBody>
      </p:sp>
      <p:sp>
        <p:nvSpPr>
          <p:cNvPr id="61" name="Google Shape;61;p12"/>
          <p:cNvSpPr txBox="1"/>
          <p:nvPr>
            <p:ph idx="2" type="body"/>
          </p:nvPr>
        </p:nvSpPr>
        <p:spPr>
          <a:xfrm>
            <a:off x="1600509" y="4401277"/>
            <a:ext cx="10529094" cy="14385925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/>
            </a:lvl1pPr>
            <a:lvl2pPr indent="-228600" lvl="1" marL="914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2pPr>
            <a:lvl3pPr indent="-228600" lvl="2" marL="1371600" algn="l"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al"/>
              <a:buNone/>
              <a:defRPr sz="700"/>
            </a:lvl3pPr>
            <a:lvl4pPr indent="-228600" lvl="3" marL="18288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  <a:defRPr sz="600"/>
            </a:lvl4pPr>
            <a:lvl5pPr indent="-228600" lvl="4" marL="22860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  <a:defRPr sz="600"/>
            </a:lvl5pPr>
            <a:lvl6pPr indent="-228600" lvl="5" marL="27432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  <a:defRPr sz="600"/>
            </a:lvl6pPr>
            <a:lvl7pPr indent="-228600" lvl="6" marL="32004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  <a:defRPr sz="600"/>
            </a:lvl7pPr>
            <a:lvl8pPr indent="-228600" lvl="7" marL="36576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  <a:defRPr sz="600"/>
            </a:lvl8pPr>
            <a:lvl9pPr indent="-228600" lvl="8" marL="41148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  <a:defRPr sz="600"/>
            </a:lvl9pPr>
          </a:lstStyle>
          <a:p/>
        </p:txBody>
      </p:sp>
      <p:sp>
        <p:nvSpPr>
          <p:cNvPr id="62" name="Google Shape;62;p12"/>
          <p:cNvSpPr txBox="1"/>
          <p:nvPr>
            <p:ph idx="10" type="dt"/>
          </p:nvPr>
        </p:nvSpPr>
        <p:spPr>
          <a:xfrm>
            <a:off x="1600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2"/>
          <p:cNvSpPr txBox="1"/>
          <p:nvPr>
            <p:ph idx="11" type="ftr"/>
          </p:nvPr>
        </p:nvSpPr>
        <p:spPr>
          <a:xfrm>
            <a:off x="10934700" y="19151600"/>
            <a:ext cx="10134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2"/>
          <p:cNvSpPr txBox="1"/>
          <p:nvPr>
            <p:ph idx="12" type="sldNum"/>
          </p:nvPr>
        </p:nvSpPr>
        <p:spPr>
          <a:xfrm>
            <a:off x="22936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6272390" y="14722144"/>
            <a:ext cx="19203017" cy="1737387"/>
          </a:xfrm>
          <a:prstGeom prst="rect">
            <a:avLst/>
          </a:prstGeom>
          <a:noFill/>
          <a:ln>
            <a:noFill/>
          </a:ln>
        </p:spPr>
        <p:txBody>
          <a:bodyPr anchorCtr="0" anchor="b" bIns="171650" lIns="343300" spcFirstLastPara="1" rIns="343300" wrap="square" tIns="1716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14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3"/>
          <p:cNvSpPr/>
          <p:nvPr>
            <p:ph idx="2" type="pic"/>
          </p:nvPr>
        </p:nvSpPr>
        <p:spPr>
          <a:xfrm>
            <a:off x="6272390" y="1878873"/>
            <a:ext cx="19203017" cy="12618873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6272390" y="16459531"/>
            <a:ext cx="19203017" cy="2468398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/>
            </a:lvl1pPr>
            <a:lvl2pPr indent="-228600" lvl="1" marL="914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2pPr>
            <a:lvl3pPr indent="-228600" lvl="2" marL="1371600" algn="l"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al"/>
              <a:buNone/>
              <a:defRPr sz="700"/>
            </a:lvl3pPr>
            <a:lvl4pPr indent="-228600" lvl="3" marL="18288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  <a:defRPr sz="600"/>
            </a:lvl4pPr>
            <a:lvl5pPr indent="-228600" lvl="4" marL="22860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  <a:defRPr sz="600"/>
            </a:lvl5pPr>
            <a:lvl6pPr indent="-228600" lvl="5" marL="27432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  <a:defRPr sz="600"/>
            </a:lvl6pPr>
            <a:lvl7pPr indent="-228600" lvl="6" marL="32004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  <a:defRPr sz="600"/>
            </a:lvl7pPr>
            <a:lvl8pPr indent="-228600" lvl="7" marL="36576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  <a:defRPr sz="600"/>
            </a:lvl8pPr>
            <a:lvl9pPr indent="-228600" lvl="8" marL="4114800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  <a:defRPr sz="600"/>
            </a:lvl9pPr>
          </a:lstStyle>
          <a:p/>
        </p:txBody>
      </p:sp>
      <p:sp>
        <p:nvSpPr>
          <p:cNvPr id="69" name="Google Shape;69;p13"/>
          <p:cNvSpPr txBox="1"/>
          <p:nvPr>
            <p:ph idx="10" type="dt"/>
          </p:nvPr>
        </p:nvSpPr>
        <p:spPr>
          <a:xfrm>
            <a:off x="1600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3"/>
          <p:cNvSpPr txBox="1"/>
          <p:nvPr>
            <p:ph idx="11" type="ftr"/>
          </p:nvPr>
        </p:nvSpPr>
        <p:spPr>
          <a:xfrm>
            <a:off x="10934700" y="19151600"/>
            <a:ext cx="10134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3"/>
          <p:cNvSpPr txBox="1"/>
          <p:nvPr>
            <p:ph idx="12" type="sldNum"/>
          </p:nvPr>
        </p:nvSpPr>
        <p:spPr>
          <a:xfrm>
            <a:off x="22936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1600200" y="841375"/>
            <a:ext cx="28803600" cy="350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1650" lIns="343300" spcFirstLastPara="1" rIns="343300" wrap="square" tIns="1716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 rot="5400000">
            <a:off x="9062244" y="-2555081"/>
            <a:ext cx="13879512" cy="288036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75" name="Google Shape;75;p14"/>
          <p:cNvSpPr txBox="1"/>
          <p:nvPr>
            <p:ph idx="10" type="dt"/>
          </p:nvPr>
        </p:nvSpPr>
        <p:spPr>
          <a:xfrm>
            <a:off x="1600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4"/>
          <p:cNvSpPr txBox="1"/>
          <p:nvPr>
            <p:ph idx="11" type="ftr"/>
          </p:nvPr>
        </p:nvSpPr>
        <p:spPr>
          <a:xfrm>
            <a:off x="10934700" y="19151600"/>
            <a:ext cx="10134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4"/>
          <p:cNvSpPr txBox="1"/>
          <p:nvPr>
            <p:ph idx="12" type="sldNum"/>
          </p:nvPr>
        </p:nvSpPr>
        <p:spPr>
          <a:xfrm>
            <a:off x="22936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 rot="5400000">
            <a:off x="17830940" y="6214649"/>
            <a:ext cx="17945133" cy="7199974"/>
          </a:xfrm>
          <a:prstGeom prst="rect">
            <a:avLst/>
          </a:prstGeom>
          <a:noFill/>
          <a:ln>
            <a:noFill/>
          </a:ln>
        </p:spPr>
        <p:txBody>
          <a:bodyPr anchorCtr="0" anchor="ctr" bIns="171650" lIns="343300" spcFirstLastPara="1" rIns="343300" wrap="square" tIns="1716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 rot="5400000">
            <a:off x="3355365" y="-912784"/>
            <a:ext cx="17945133" cy="21454841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81" name="Google Shape;81;p15"/>
          <p:cNvSpPr txBox="1"/>
          <p:nvPr>
            <p:ph idx="10" type="dt"/>
          </p:nvPr>
        </p:nvSpPr>
        <p:spPr>
          <a:xfrm>
            <a:off x="1600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5"/>
          <p:cNvSpPr txBox="1"/>
          <p:nvPr>
            <p:ph idx="11" type="ftr"/>
          </p:nvPr>
        </p:nvSpPr>
        <p:spPr>
          <a:xfrm>
            <a:off x="10934700" y="19151600"/>
            <a:ext cx="10134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5"/>
          <p:cNvSpPr txBox="1"/>
          <p:nvPr>
            <p:ph idx="12" type="sldNum"/>
          </p:nvPr>
        </p:nvSpPr>
        <p:spPr>
          <a:xfrm>
            <a:off x="22936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/>
          <p:nvPr>
            <p:ph type="title"/>
          </p:nvPr>
        </p:nvSpPr>
        <p:spPr>
          <a:xfrm>
            <a:off x="1600200" y="841375"/>
            <a:ext cx="28803600" cy="350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1650" lIns="343300" spcFirstLastPara="1" rIns="343300" wrap="square" tIns="17165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"/>
          <p:cNvSpPr txBox="1"/>
          <p:nvPr>
            <p:ph idx="1" type="body"/>
          </p:nvPr>
        </p:nvSpPr>
        <p:spPr>
          <a:xfrm>
            <a:off x="1600200" y="4906963"/>
            <a:ext cx="28803600" cy="13879512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-990600" lvl="0" marL="457200" marR="0" rtl="0" algn="l"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ial"/>
              <a:buChar char="•"/>
              <a:defRPr b="0" i="0" sz="1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895350" lvl="1" marL="914400" marR="0" rtl="0" algn="l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0500"/>
              <a:buFont typeface="Arial"/>
              <a:buChar char="–"/>
              <a:defRPr b="0" i="0" sz="10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800100" lvl="2" marL="1371600" marR="0" rtl="0" algn="l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/>
              <a:buChar char="•"/>
              <a:defRPr b="0" i="0" sz="9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704850" lvl="3" marL="1828800" marR="0" rtl="0" algn="l"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500"/>
              <a:buFont typeface="Arial"/>
              <a:buChar char="–"/>
              <a:defRPr b="0" i="0" sz="7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704850" lvl="4" marL="2286000" marR="0" rtl="0" algn="l"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500"/>
              <a:buFont typeface="Arial"/>
              <a:buChar char="»"/>
              <a:defRPr b="0" i="0" sz="7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704850" lvl="5" marL="2743200" marR="0" rtl="0" algn="l"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500"/>
              <a:buFont typeface="Arial"/>
              <a:buChar char="»"/>
              <a:defRPr b="0" i="0" sz="7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704850" lvl="6" marL="3200400" marR="0" rtl="0" algn="l"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500"/>
              <a:buFont typeface="Arial"/>
              <a:buChar char="»"/>
              <a:defRPr b="0" i="0" sz="7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704850" lvl="7" marL="3657600" marR="0" rtl="0" algn="l"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500"/>
              <a:buFont typeface="Arial"/>
              <a:buChar char="»"/>
              <a:defRPr b="0" i="0" sz="7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704850" lvl="8" marL="4114800" marR="0" rtl="0" algn="l"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500"/>
              <a:buFont typeface="Arial"/>
              <a:buChar char="»"/>
              <a:defRPr b="0" i="0" sz="7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4"/>
          <p:cNvSpPr txBox="1"/>
          <p:nvPr>
            <p:ph idx="10" type="dt"/>
          </p:nvPr>
        </p:nvSpPr>
        <p:spPr>
          <a:xfrm>
            <a:off x="1600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4"/>
          <p:cNvSpPr txBox="1"/>
          <p:nvPr>
            <p:ph idx="11" type="ftr"/>
          </p:nvPr>
        </p:nvSpPr>
        <p:spPr>
          <a:xfrm>
            <a:off x="10934700" y="19151600"/>
            <a:ext cx="10134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4"/>
          <p:cNvSpPr txBox="1"/>
          <p:nvPr>
            <p:ph idx="12" type="sldNum"/>
          </p:nvPr>
        </p:nvSpPr>
        <p:spPr>
          <a:xfrm>
            <a:off x="22936200" y="19151600"/>
            <a:ext cx="7467600" cy="1460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650" lIns="343300" spcFirstLastPara="1" rIns="343300" wrap="square" tIns="17165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b="0" i="0" sz="5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54750" y="0"/>
            <a:ext cx="32004000" cy="3385800"/>
          </a:xfrm>
          <a:prstGeom prst="rect">
            <a:avLst/>
          </a:prstGeom>
          <a:solidFill>
            <a:schemeClr val="lt1">
              <a:alpha val="50588"/>
            </a:schemeClr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2650" lIns="65300" spcFirstLastPara="1" rIns="65300" wrap="square" tIns="326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800"/>
              <a:buFont typeface="Arial"/>
              <a:buNone/>
            </a:pPr>
            <a:r>
              <a:t/>
            </a:r>
            <a:endParaRPr b="0" i="0" sz="6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6238850" y="415624"/>
            <a:ext cx="20807100" cy="23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67875" lIns="335775" spcFirstLastPara="1" rIns="335775" wrap="square" tIns="1678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6400">
                <a:solidFill>
                  <a:schemeClr val="dk1"/>
                </a:solidFill>
              </a:rPr>
              <a:t>Research / Project Title</a:t>
            </a:r>
            <a:endParaRPr b="1" sz="64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3400"/>
              <a:t>Author’s Name</a:t>
            </a:r>
            <a:endParaRPr i="1" sz="3400"/>
          </a:p>
        </p:txBody>
      </p:sp>
      <p:sp>
        <p:nvSpPr>
          <p:cNvPr id="91" name="Google Shape;91;p1"/>
          <p:cNvSpPr/>
          <p:nvPr/>
        </p:nvSpPr>
        <p:spPr>
          <a:xfrm>
            <a:off x="14396763" y="17570788"/>
            <a:ext cx="8808900" cy="14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7100" lIns="257100" spcFirstLastPara="1" rIns="257100" wrap="square" tIns="257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60"/>
              <a:buFont typeface="Arial"/>
              <a:buNone/>
            </a:pPr>
            <a:r>
              <a:t/>
            </a:r>
            <a:endParaRPr b="0" i="0" sz="2600" u="none" cap="none" strike="noStrike">
              <a:solidFill>
                <a:srgbClr val="0033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" title="Copy of Logo PNG (2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3500" y="261876"/>
            <a:ext cx="6291290" cy="286205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"/>
          <p:cNvSpPr/>
          <p:nvPr/>
        </p:nvSpPr>
        <p:spPr>
          <a:xfrm>
            <a:off x="27352000" y="108125"/>
            <a:ext cx="4269900" cy="297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67875" lIns="335775" spcFirstLastPara="1" rIns="335775" wrap="square" tIns="1678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6400">
                <a:solidFill>
                  <a:schemeClr val="dk1"/>
                </a:solidFill>
              </a:rPr>
              <a:t>Your LOGO</a:t>
            </a:r>
            <a:endParaRPr b="1" i="1" sz="3400"/>
          </a:p>
        </p:txBody>
      </p:sp>
      <p:sp>
        <p:nvSpPr>
          <p:cNvPr id="94" name="Google Shape;94;p1"/>
          <p:cNvSpPr/>
          <p:nvPr/>
        </p:nvSpPr>
        <p:spPr>
          <a:xfrm>
            <a:off x="54750" y="4052250"/>
            <a:ext cx="9991200" cy="16978800"/>
          </a:xfrm>
          <a:prstGeom prst="rect">
            <a:avLst/>
          </a:prstGeom>
          <a:solidFill>
            <a:schemeClr val="lt1">
              <a:alpha val="50590"/>
            </a:schemeClr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2650" lIns="65300" spcFirstLastPara="1" rIns="65300" wrap="square" tIns="326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800"/>
              <a:buFont typeface="Arial"/>
              <a:buNone/>
            </a:pPr>
            <a:r>
              <a:t/>
            </a:r>
            <a:endParaRPr b="0" i="0" sz="6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"/>
          <p:cNvSpPr/>
          <p:nvPr/>
        </p:nvSpPr>
        <p:spPr>
          <a:xfrm>
            <a:off x="317450" y="4052250"/>
            <a:ext cx="9728400" cy="870900"/>
          </a:xfrm>
          <a:prstGeom prst="rect">
            <a:avLst/>
          </a:prstGeom>
          <a:solidFill>
            <a:srgbClr val="062D5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22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 sz="4200">
                <a:solidFill>
                  <a:schemeClr val="lt1"/>
                </a:solidFill>
              </a:rPr>
              <a:t>Topic</a:t>
            </a:r>
            <a:endParaRPr i="0" sz="4200" u="none" cap="none" strike="noStrike">
              <a:solidFill>
                <a:schemeClr val="lt1"/>
              </a:solidFill>
            </a:endParaRPr>
          </a:p>
        </p:txBody>
      </p:sp>
      <p:sp>
        <p:nvSpPr>
          <p:cNvPr id="96" name="Google Shape;96;p1"/>
          <p:cNvSpPr/>
          <p:nvPr/>
        </p:nvSpPr>
        <p:spPr>
          <a:xfrm>
            <a:off x="10317550" y="4052250"/>
            <a:ext cx="11046300" cy="16978800"/>
          </a:xfrm>
          <a:prstGeom prst="rect">
            <a:avLst/>
          </a:prstGeom>
          <a:solidFill>
            <a:schemeClr val="lt1">
              <a:alpha val="50590"/>
            </a:schemeClr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2650" lIns="65300" spcFirstLastPara="1" rIns="65300" wrap="square" tIns="326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800"/>
              <a:buFont typeface="Arial"/>
              <a:buNone/>
            </a:pPr>
            <a:r>
              <a:t/>
            </a:r>
            <a:endParaRPr b="0" i="0" sz="6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"/>
          <p:cNvSpPr/>
          <p:nvPr/>
        </p:nvSpPr>
        <p:spPr>
          <a:xfrm>
            <a:off x="21635450" y="4052250"/>
            <a:ext cx="10173600" cy="16978800"/>
          </a:xfrm>
          <a:prstGeom prst="rect">
            <a:avLst/>
          </a:prstGeom>
          <a:solidFill>
            <a:schemeClr val="lt1">
              <a:alpha val="50590"/>
            </a:schemeClr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2650" lIns="65300" spcFirstLastPara="1" rIns="65300" wrap="square" tIns="326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800"/>
              <a:buFont typeface="Arial"/>
              <a:buNone/>
            </a:pPr>
            <a:r>
              <a:t/>
            </a:r>
            <a:endParaRPr b="0" i="0" sz="6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"/>
          <p:cNvSpPr/>
          <p:nvPr/>
        </p:nvSpPr>
        <p:spPr>
          <a:xfrm>
            <a:off x="10817775" y="4052250"/>
            <a:ext cx="9728400" cy="870900"/>
          </a:xfrm>
          <a:prstGeom prst="rect">
            <a:avLst/>
          </a:prstGeom>
          <a:solidFill>
            <a:srgbClr val="062D5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22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 sz="4200">
                <a:solidFill>
                  <a:schemeClr val="lt1"/>
                </a:solidFill>
              </a:rPr>
              <a:t>Topic</a:t>
            </a:r>
            <a:endParaRPr i="0" sz="4200" u="none" cap="none" strike="noStrike">
              <a:solidFill>
                <a:schemeClr val="lt1"/>
              </a:solidFill>
            </a:endParaRPr>
          </a:p>
        </p:txBody>
      </p:sp>
      <p:sp>
        <p:nvSpPr>
          <p:cNvPr id="99" name="Google Shape;99;p1"/>
          <p:cNvSpPr/>
          <p:nvPr/>
        </p:nvSpPr>
        <p:spPr>
          <a:xfrm>
            <a:off x="21822450" y="4052250"/>
            <a:ext cx="9728400" cy="870900"/>
          </a:xfrm>
          <a:prstGeom prst="rect">
            <a:avLst/>
          </a:prstGeom>
          <a:solidFill>
            <a:srgbClr val="062D5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22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 sz="4200">
                <a:solidFill>
                  <a:schemeClr val="lt1"/>
                </a:solidFill>
              </a:rPr>
              <a:t>Topic</a:t>
            </a:r>
            <a:endParaRPr i="0" sz="4200" u="none" cap="none" strike="noStrike">
              <a:solidFill>
                <a:schemeClr val="lt1"/>
              </a:solidFill>
            </a:endParaRPr>
          </a:p>
        </p:txBody>
      </p:sp>
      <p:sp>
        <p:nvSpPr>
          <p:cNvPr id="100" name="Google Shape;100;p1"/>
          <p:cNvSpPr/>
          <p:nvPr/>
        </p:nvSpPr>
        <p:spPr>
          <a:xfrm>
            <a:off x="0" y="12106200"/>
            <a:ext cx="9728400" cy="870900"/>
          </a:xfrm>
          <a:prstGeom prst="rect">
            <a:avLst/>
          </a:prstGeom>
          <a:solidFill>
            <a:srgbClr val="062D5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22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 sz="4200">
                <a:solidFill>
                  <a:schemeClr val="lt1"/>
                </a:solidFill>
              </a:rPr>
              <a:t>Topic</a:t>
            </a:r>
            <a:endParaRPr i="0" sz="4200" u="none" cap="none" strike="noStrike">
              <a:solidFill>
                <a:schemeClr val="lt1"/>
              </a:solidFill>
            </a:endParaRPr>
          </a:p>
        </p:txBody>
      </p:sp>
      <p:sp>
        <p:nvSpPr>
          <p:cNvPr id="101" name="Google Shape;101;p1"/>
          <p:cNvSpPr/>
          <p:nvPr/>
        </p:nvSpPr>
        <p:spPr>
          <a:xfrm>
            <a:off x="10817725" y="12106200"/>
            <a:ext cx="9728400" cy="870900"/>
          </a:xfrm>
          <a:prstGeom prst="rect">
            <a:avLst/>
          </a:prstGeom>
          <a:solidFill>
            <a:srgbClr val="062D5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22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 sz="4200">
                <a:solidFill>
                  <a:schemeClr val="lt1"/>
                </a:solidFill>
              </a:rPr>
              <a:t>Topic</a:t>
            </a:r>
            <a:endParaRPr i="0" sz="4200" u="none" cap="none" strike="noStrike">
              <a:solidFill>
                <a:schemeClr val="lt1"/>
              </a:solidFill>
            </a:endParaRPr>
          </a:p>
        </p:txBody>
      </p:sp>
      <p:sp>
        <p:nvSpPr>
          <p:cNvPr id="102" name="Google Shape;102;p1"/>
          <p:cNvSpPr/>
          <p:nvPr/>
        </p:nvSpPr>
        <p:spPr>
          <a:xfrm>
            <a:off x="21953000" y="12106200"/>
            <a:ext cx="9728400" cy="870900"/>
          </a:xfrm>
          <a:prstGeom prst="rect">
            <a:avLst/>
          </a:prstGeom>
          <a:solidFill>
            <a:srgbClr val="062D5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22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 sz="4200">
                <a:solidFill>
                  <a:schemeClr val="lt1"/>
                </a:solidFill>
              </a:rPr>
              <a:t>Topic</a:t>
            </a:r>
            <a:endParaRPr i="0" sz="4200" u="none" cap="none" strike="noStrike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2007-08-09T19:24:32Z</dcterms:created>
  <dc:creator>Graphicsland/MakeSigns.com</dc:creator>
</cp:coreProperties>
</file>