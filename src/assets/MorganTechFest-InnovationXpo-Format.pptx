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21031200" cx="32004000"/>
  <p:notesSz cx="32099250" cy="430720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624">
          <p15:clr>
            <a:srgbClr val="A4A3A4"/>
          </p15:clr>
        </p15:guide>
        <p15:guide id="2" pos="10080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gzprBEFGq6ihRbBMfdeZenfPiu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624" orient="horz"/>
        <p:guide pos="100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13909675" cy="2154238"/>
          </a:xfrm>
          <a:prstGeom prst="rect">
            <a:avLst/>
          </a:prstGeom>
          <a:noFill/>
          <a:ln>
            <a:noFill/>
          </a:ln>
        </p:spPr>
        <p:txBody>
          <a:bodyPr anchorCtr="0" anchor="t" bIns="214750" lIns="429525" spcFirstLastPara="1" rIns="429525" wrap="square" tIns="2147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8181638" y="0"/>
            <a:ext cx="13909675" cy="2154238"/>
          </a:xfrm>
          <a:prstGeom prst="rect">
            <a:avLst/>
          </a:prstGeom>
          <a:noFill/>
          <a:ln>
            <a:noFill/>
          </a:ln>
        </p:spPr>
        <p:txBody>
          <a:bodyPr anchorCtr="0" anchor="t" bIns="214750" lIns="429525" spcFirstLastPara="1" rIns="429525" wrap="square" tIns="21475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762375" y="3230563"/>
            <a:ext cx="24576088" cy="161512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3209925" y="20459700"/>
            <a:ext cx="25679400" cy="19381788"/>
          </a:xfrm>
          <a:prstGeom prst="rect">
            <a:avLst/>
          </a:prstGeom>
          <a:noFill/>
          <a:ln>
            <a:noFill/>
          </a:ln>
        </p:spPr>
        <p:txBody>
          <a:bodyPr anchorCtr="0" anchor="t" bIns="214750" lIns="429525" spcFirstLastPara="1" rIns="429525" wrap="square" tIns="214750">
            <a:noAutofit/>
          </a:bodyPr>
          <a:lstStyle>
            <a:lvl1pPr indent="-228600" lvl="0" marL="457200" marR="0" rtl="0" algn="l">
              <a:spcBef>
                <a:spcPts val="27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7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7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7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7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40911463"/>
            <a:ext cx="13909675" cy="2152650"/>
          </a:xfrm>
          <a:prstGeom prst="rect">
            <a:avLst/>
          </a:prstGeom>
          <a:noFill/>
          <a:ln>
            <a:noFill/>
          </a:ln>
        </p:spPr>
        <p:txBody>
          <a:bodyPr anchorCtr="0" anchor="b" bIns="214750" lIns="429525" spcFirstLastPara="1" rIns="429525" wrap="square" tIns="2147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8181638" y="40911463"/>
            <a:ext cx="13909675" cy="2152650"/>
          </a:xfrm>
          <a:prstGeom prst="rect">
            <a:avLst/>
          </a:prstGeom>
          <a:noFill/>
          <a:ln>
            <a:noFill/>
          </a:ln>
        </p:spPr>
        <p:txBody>
          <a:bodyPr anchorCtr="0" anchor="b" bIns="214750" lIns="429525" spcFirstLastPara="1" rIns="429525" wrap="square" tIns="2147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5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2" type="sldNum"/>
          </p:nvPr>
        </p:nvSpPr>
        <p:spPr>
          <a:xfrm>
            <a:off x="18181638" y="40911463"/>
            <a:ext cx="13909675" cy="2152650"/>
          </a:xfrm>
          <a:prstGeom prst="rect">
            <a:avLst/>
          </a:prstGeom>
          <a:noFill/>
          <a:ln>
            <a:noFill/>
          </a:ln>
        </p:spPr>
        <p:txBody>
          <a:bodyPr anchorCtr="0" anchor="b" bIns="214750" lIns="429525" spcFirstLastPara="1" rIns="429525" wrap="square" tIns="2147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5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762375" y="3230563"/>
            <a:ext cx="24576088" cy="161512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3209925" y="20459700"/>
            <a:ext cx="25679400" cy="19381788"/>
          </a:xfrm>
          <a:prstGeom prst="rect">
            <a:avLst/>
          </a:prstGeom>
          <a:noFill/>
          <a:ln>
            <a:noFill/>
          </a:ln>
        </p:spPr>
        <p:txBody>
          <a:bodyPr anchorCtr="0" anchor="t" bIns="214750" lIns="429525" spcFirstLastPara="1" rIns="429525" wrap="square" tIns="214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2399993" y="6533456"/>
            <a:ext cx="27204017" cy="4507773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650" lIns="343300" spcFirstLastPara="1" rIns="343300" wrap="square" tIns="1716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4799984" y="11917529"/>
            <a:ext cx="22404035" cy="5374944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lvl="0" algn="ctr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/>
            </a:lvl1pPr>
            <a:lvl2pPr lvl="1" algn="ctr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Arial"/>
              <a:buNone/>
              <a:defRPr/>
            </a:lvl2pPr>
            <a:lvl3pPr lvl="2" algn="ctr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None/>
              <a:defRPr/>
            </a:lvl3pPr>
            <a:lvl4pPr lvl="3" algn="ctr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500"/>
              <a:buFont typeface="Arial"/>
              <a:buNone/>
              <a:defRPr/>
            </a:lvl4pPr>
            <a:lvl5pPr lvl="4" algn="ctr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500"/>
              <a:buFont typeface="Arial"/>
              <a:buNone/>
              <a:defRPr/>
            </a:lvl5pPr>
            <a:lvl6pPr lvl="5" algn="ctr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500"/>
              <a:buFont typeface="Arial"/>
              <a:buNone/>
              <a:defRPr/>
            </a:lvl6pPr>
            <a:lvl7pPr lvl="6" algn="ctr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500"/>
              <a:buFont typeface="Arial"/>
              <a:buNone/>
              <a:defRPr/>
            </a:lvl7pPr>
            <a:lvl8pPr lvl="7" algn="ctr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500"/>
              <a:buFont typeface="Arial"/>
              <a:buNone/>
              <a:defRPr/>
            </a:lvl8pPr>
            <a:lvl9pPr lvl="8" algn="ctr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500"/>
              <a:buFont typeface="Arial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1600200" y="19151600"/>
            <a:ext cx="7467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10934700" y="19151600"/>
            <a:ext cx="10134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22936200" y="19151600"/>
            <a:ext cx="7467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1600200" y="841375"/>
            <a:ext cx="288036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650" lIns="343300" spcFirstLastPara="1" rIns="343300" wrap="square" tIns="1716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1600200" y="4906963"/>
            <a:ext cx="28803600" cy="13879512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1600200" y="19151600"/>
            <a:ext cx="7467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10934700" y="19151600"/>
            <a:ext cx="10134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22936200" y="19151600"/>
            <a:ext cx="7467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2528096" y="13514189"/>
            <a:ext cx="27204017" cy="4177639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9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2528096" y="8913614"/>
            <a:ext cx="27204017" cy="4600575"/>
          </a:xfrm>
          <a:prstGeom prst="rect">
            <a:avLst/>
          </a:prstGeom>
          <a:noFill/>
          <a:ln>
            <a:noFill/>
          </a:ln>
        </p:spPr>
        <p:txBody>
          <a:bodyPr anchorCtr="0" anchor="b" bIns="171650" lIns="343300" spcFirstLastPara="1" rIns="343300" wrap="square" tIns="17165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/>
            </a:lvl2pPr>
            <a:lvl3pPr indent="-228600" lvl="2" marL="1371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1600200" y="19151600"/>
            <a:ext cx="7467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10934700" y="19151600"/>
            <a:ext cx="10134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22936200" y="19151600"/>
            <a:ext cx="7467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1600200" y="841375"/>
            <a:ext cx="288036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650" lIns="343300" spcFirstLastPara="1" rIns="343300" wrap="square" tIns="1716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1600509" y="4907128"/>
            <a:ext cx="14327408" cy="13880075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1pPr>
            <a:lvl2pPr indent="-336550" lvl="1" marL="9144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–"/>
              <a:defRPr sz="1700"/>
            </a:lvl2pPr>
            <a:lvl3pPr indent="-3175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3pPr>
            <a:lvl4pPr indent="-311150" lvl="3" marL="18288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–"/>
              <a:defRPr sz="1300"/>
            </a:lvl4pPr>
            <a:lvl5pPr indent="-311150" lvl="4" marL="22860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»"/>
              <a:defRPr sz="1300"/>
            </a:lvl5pPr>
            <a:lvl6pPr indent="-311150" lvl="5" marL="27432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»"/>
              <a:defRPr sz="1300"/>
            </a:lvl6pPr>
            <a:lvl7pPr indent="-311150" lvl="6" marL="32004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»"/>
              <a:defRPr sz="1300"/>
            </a:lvl7pPr>
            <a:lvl8pPr indent="-311150" lvl="7" marL="3657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»"/>
              <a:defRPr sz="1300"/>
            </a:lvl8pPr>
            <a:lvl9pPr indent="-311150" lvl="8" marL="41148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»"/>
              <a:defRPr sz="1300"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16076084" y="4907128"/>
            <a:ext cx="14327409" cy="13880075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1pPr>
            <a:lvl2pPr indent="-336550" lvl="1" marL="9144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–"/>
              <a:defRPr sz="1700"/>
            </a:lvl2pPr>
            <a:lvl3pPr indent="-3175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3pPr>
            <a:lvl4pPr indent="-311150" lvl="3" marL="18288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–"/>
              <a:defRPr sz="1300"/>
            </a:lvl4pPr>
            <a:lvl5pPr indent="-311150" lvl="4" marL="22860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»"/>
              <a:defRPr sz="1300"/>
            </a:lvl5pPr>
            <a:lvl6pPr indent="-311150" lvl="5" marL="27432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»"/>
              <a:defRPr sz="1300"/>
            </a:lvl6pPr>
            <a:lvl7pPr indent="-311150" lvl="6" marL="32004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»"/>
              <a:defRPr sz="1300"/>
            </a:lvl7pPr>
            <a:lvl8pPr indent="-311150" lvl="7" marL="3657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»"/>
              <a:defRPr sz="1300"/>
            </a:lvl8pPr>
            <a:lvl9pPr indent="-311150" lvl="8" marL="41148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»"/>
              <a:defRPr sz="1300"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1600200" y="19151600"/>
            <a:ext cx="7467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10934700" y="19151600"/>
            <a:ext cx="10134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22936200" y="19151600"/>
            <a:ext cx="7467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1600200" y="841375"/>
            <a:ext cx="288036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650" lIns="343300" spcFirstLastPara="1" rIns="343300" wrap="square" tIns="1716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1600509" y="4707831"/>
            <a:ext cx="14140656" cy="1961786"/>
          </a:xfrm>
          <a:prstGeom prst="rect">
            <a:avLst/>
          </a:prstGeom>
          <a:noFill/>
          <a:ln>
            <a:noFill/>
          </a:ln>
        </p:spPr>
        <p:txBody>
          <a:bodyPr anchorCtr="0" anchor="b" bIns="171650" lIns="343300" spcFirstLastPara="1" rIns="343300" wrap="square" tIns="171650">
            <a:noAutofit/>
          </a:bodyPr>
          <a:lstStyle>
            <a:lvl1pPr indent="-228600" lvl="0" marL="4572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1" sz="17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4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1" sz="1300"/>
            </a:lvl3pPr>
            <a:lvl4pPr indent="-228600" lvl="3" marL="18288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100"/>
            </a:lvl4pPr>
            <a:lvl5pPr indent="-228600" lvl="4" marL="22860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100"/>
            </a:lvl5pPr>
            <a:lvl6pPr indent="-228600" lvl="5" marL="27432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100"/>
            </a:lvl6pPr>
            <a:lvl7pPr indent="-228600" lvl="6" marL="32004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100"/>
            </a:lvl7pPr>
            <a:lvl8pPr indent="-228600" lvl="7" marL="3657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100"/>
            </a:lvl8pPr>
            <a:lvl9pPr indent="-228600" lvl="8" marL="41148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1600509" y="6669617"/>
            <a:ext cx="14140656" cy="12117586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indent="-336550" lvl="0" marL="4572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/>
            </a:lvl1pPr>
            <a:lvl2pPr indent="-3175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/>
            </a:lvl2pPr>
            <a:lvl3pPr indent="-31115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/>
            </a:lvl3pPr>
            <a:lvl4pPr indent="-298450" lvl="3" marL="18288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/>
            </a:lvl4pPr>
            <a:lvl5pPr indent="-298450" lvl="4" marL="22860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/>
            </a:lvl5pPr>
            <a:lvl6pPr indent="-298450" lvl="5" marL="27432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/>
            </a:lvl6pPr>
            <a:lvl7pPr indent="-298450" lvl="6" marL="32004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/>
            </a:lvl7pPr>
            <a:lvl8pPr indent="-298450" lvl="7" marL="3657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/>
            </a:lvl8pPr>
            <a:lvl9pPr indent="-298450" lvl="8" marL="41148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16258207" y="4707831"/>
            <a:ext cx="14145286" cy="1961786"/>
          </a:xfrm>
          <a:prstGeom prst="rect">
            <a:avLst/>
          </a:prstGeom>
          <a:noFill/>
          <a:ln>
            <a:noFill/>
          </a:ln>
        </p:spPr>
        <p:txBody>
          <a:bodyPr anchorCtr="0" anchor="b" bIns="171650" lIns="343300" spcFirstLastPara="1" rIns="343300" wrap="square" tIns="171650">
            <a:noAutofit/>
          </a:bodyPr>
          <a:lstStyle>
            <a:lvl1pPr indent="-228600" lvl="0" marL="4572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1" sz="17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4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1" sz="1300"/>
            </a:lvl3pPr>
            <a:lvl4pPr indent="-228600" lvl="3" marL="18288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100"/>
            </a:lvl4pPr>
            <a:lvl5pPr indent="-228600" lvl="4" marL="22860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100"/>
            </a:lvl5pPr>
            <a:lvl6pPr indent="-228600" lvl="5" marL="27432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100"/>
            </a:lvl6pPr>
            <a:lvl7pPr indent="-228600" lvl="6" marL="32004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100"/>
            </a:lvl7pPr>
            <a:lvl8pPr indent="-228600" lvl="7" marL="3657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100"/>
            </a:lvl8pPr>
            <a:lvl9pPr indent="-228600" lvl="8" marL="41148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1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16258207" y="6669617"/>
            <a:ext cx="14145286" cy="12117586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indent="-336550" lvl="0" marL="4572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/>
            </a:lvl1pPr>
            <a:lvl2pPr indent="-3175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/>
            </a:lvl2pPr>
            <a:lvl3pPr indent="-31115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/>
            </a:lvl3pPr>
            <a:lvl4pPr indent="-298450" lvl="3" marL="18288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/>
            </a:lvl4pPr>
            <a:lvl5pPr indent="-298450" lvl="4" marL="22860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/>
            </a:lvl5pPr>
            <a:lvl6pPr indent="-298450" lvl="5" marL="27432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/>
            </a:lvl6pPr>
            <a:lvl7pPr indent="-298450" lvl="6" marL="32004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/>
            </a:lvl7pPr>
            <a:lvl8pPr indent="-298450" lvl="7" marL="3657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/>
            </a:lvl8pPr>
            <a:lvl9pPr indent="-298450" lvl="8" marL="41148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1600200" y="19151600"/>
            <a:ext cx="7467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10934700" y="19151600"/>
            <a:ext cx="10134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22936200" y="19151600"/>
            <a:ext cx="7467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1600200" y="841375"/>
            <a:ext cx="288036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650" lIns="343300" spcFirstLastPara="1" rIns="343300" wrap="square" tIns="1716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1600200" y="19151600"/>
            <a:ext cx="7467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10934700" y="19151600"/>
            <a:ext cx="10134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22936200" y="19151600"/>
            <a:ext cx="7467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0" type="dt"/>
          </p:nvPr>
        </p:nvSpPr>
        <p:spPr>
          <a:xfrm>
            <a:off x="1600200" y="19151600"/>
            <a:ext cx="7467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10934700" y="19151600"/>
            <a:ext cx="10134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22936200" y="19151600"/>
            <a:ext cx="7467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1600509" y="837506"/>
            <a:ext cx="10529094" cy="3563772"/>
          </a:xfrm>
          <a:prstGeom prst="rect">
            <a:avLst/>
          </a:prstGeom>
          <a:noFill/>
          <a:ln>
            <a:noFill/>
          </a:ln>
        </p:spPr>
        <p:txBody>
          <a:bodyPr anchorCtr="0" anchor="b" bIns="171650" lIns="343300" spcFirstLastPara="1" rIns="343300" wrap="square" tIns="1716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12512367" y="837506"/>
            <a:ext cx="17891125" cy="17949697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indent="-374650" lvl="0" marL="4572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sz="23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36550" lvl="2" marL="13716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/>
            </a:lvl5pPr>
            <a:lvl6pPr indent="-3175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/>
            </a:lvl6pPr>
            <a:lvl7pPr indent="-3175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/>
            </a:lvl7pPr>
            <a:lvl8pPr indent="-3175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/>
            </a:lvl8pPr>
            <a:lvl9pPr indent="-3175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1600509" y="4401277"/>
            <a:ext cx="10529094" cy="14385925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1pPr>
            <a:lvl2pPr indent="-228600" lvl="1" marL="914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2pPr>
            <a:lvl3pPr indent="-228600" lvl="2" marL="13716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3pPr>
            <a:lvl4pPr indent="-228600" lvl="3" marL="18288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/>
            </a:lvl4pPr>
            <a:lvl5pPr indent="-228600" lvl="4" marL="22860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/>
            </a:lvl5pPr>
            <a:lvl6pPr indent="-228600" lvl="5" marL="27432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/>
            </a:lvl6pPr>
            <a:lvl7pPr indent="-228600" lvl="6" marL="32004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/>
            </a:lvl7pPr>
            <a:lvl8pPr indent="-228600" lvl="7" marL="3657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/>
            </a:lvl8pPr>
            <a:lvl9pPr indent="-228600" lvl="8" marL="41148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1600200" y="19151600"/>
            <a:ext cx="7467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10934700" y="19151600"/>
            <a:ext cx="10134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22936200" y="19151600"/>
            <a:ext cx="7467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6272390" y="14722144"/>
            <a:ext cx="19203017" cy="1737387"/>
          </a:xfrm>
          <a:prstGeom prst="rect">
            <a:avLst/>
          </a:prstGeom>
          <a:noFill/>
          <a:ln>
            <a:noFill/>
          </a:ln>
        </p:spPr>
        <p:txBody>
          <a:bodyPr anchorCtr="0" anchor="b" bIns="171650" lIns="343300" spcFirstLastPara="1" rIns="343300" wrap="square" tIns="1716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6272390" y="1878873"/>
            <a:ext cx="19203017" cy="12618873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6272390" y="16459531"/>
            <a:ext cx="19203017" cy="2468398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1pPr>
            <a:lvl2pPr indent="-228600" lvl="1" marL="914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2pPr>
            <a:lvl3pPr indent="-228600" lvl="2" marL="13716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3pPr>
            <a:lvl4pPr indent="-228600" lvl="3" marL="18288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/>
            </a:lvl4pPr>
            <a:lvl5pPr indent="-228600" lvl="4" marL="22860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/>
            </a:lvl5pPr>
            <a:lvl6pPr indent="-228600" lvl="5" marL="27432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/>
            </a:lvl6pPr>
            <a:lvl7pPr indent="-228600" lvl="6" marL="32004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/>
            </a:lvl7pPr>
            <a:lvl8pPr indent="-228600" lvl="7" marL="3657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/>
            </a:lvl8pPr>
            <a:lvl9pPr indent="-228600" lvl="8" marL="41148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1600200" y="19151600"/>
            <a:ext cx="7467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10934700" y="19151600"/>
            <a:ext cx="10134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22936200" y="19151600"/>
            <a:ext cx="7467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1600200" y="841375"/>
            <a:ext cx="288036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650" lIns="343300" spcFirstLastPara="1" rIns="343300" wrap="square" tIns="1716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9062244" y="-2555081"/>
            <a:ext cx="13879512" cy="288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1600200" y="19151600"/>
            <a:ext cx="7467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10934700" y="19151600"/>
            <a:ext cx="10134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22936200" y="19151600"/>
            <a:ext cx="7467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17830940" y="6214649"/>
            <a:ext cx="17945133" cy="7199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650" lIns="343300" spcFirstLastPara="1" rIns="343300" wrap="square" tIns="1716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3355365" y="-912784"/>
            <a:ext cx="17945133" cy="21454841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0" type="dt"/>
          </p:nvPr>
        </p:nvSpPr>
        <p:spPr>
          <a:xfrm>
            <a:off x="1600200" y="19151600"/>
            <a:ext cx="7467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1" type="ftr"/>
          </p:nvPr>
        </p:nvSpPr>
        <p:spPr>
          <a:xfrm>
            <a:off x="10934700" y="19151600"/>
            <a:ext cx="10134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22936200" y="19151600"/>
            <a:ext cx="7467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1600200" y="841375"/>
            <a:ext cx="288036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650" lIns="343300" spcFirstLastPara="1" rIns="343300" wrap="square" tIns="1716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1600200" y="4906963"/>
            <a:ext cx="28803600" cy="13879512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indent="-990600" lvl="0" marL="457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Char char="•"/>
              <a:defRPr b="0" i="0" sz="1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95350" lvl="1" marL="914400" marR="0" rtl="0" algn="l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Arial"/>
              <a:buChar char="–"/>
              <a:defRPr b="0" i="0" sz="10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00100" lvl="2" marL="137160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Char char="•"/>
              <a:defRPr b="0" i="0" sz="9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704850" lvl="3" marL="182880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500"/>
              <a:buFont typeface="Arial"/>
              <a:buChar char="–"/>
              <a:defRPr b="0" i="0" sz="7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704850" lvl="4" marL="228600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500"/>
              <a:buFont typeface="Arial"/>
              <a:buChar char="»"/>
              <a:defRPr b="0" i="0" sz="7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704850" lvl="5" marL="274320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500"/>
              <a:buFont typeface="Arial"/>
              <a:buChar char="»"/>
              <a:defRPr b="0" i="0" sz="7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704850" lvl="6" marL="320040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500"/>
              <a:buFont typeface="Arial"/>
              <a:buChar char="»"/>
              <a:defRPr b="0" i="0" sz="7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704850" lvl="7" marL="365760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500"/>
              <a:buFont typeface="Arial"/>
              <a:buChar char="»"/>
              <a:defRPr b="0" i="0" sz="7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704850" lvl="8" marL="411480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500"/>
              <a:buFont typeface="Arial"/>
              <a:buChar char="»"/>
              <a:defRPr b="0" i="0" sz="7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1600200" y="19151600"/>
            <a:ext cx="7467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10934700" y="19151600"/>
            <a:ext cx="10134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22936200" y="19151600"/>
            <a:ext cx="7467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650" lIns="343300" spcFirstLastPara="1" rIns="343300" wrap="square" tIns="17165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54750" y="0"/>
            <a:ext cx="32004000" cy="3385800"/>
          </a:xfrm>
          <a:prstGeom prst="rect">
            <a:avLst/>
          </a:prstGeom>
          <a:solidFill>
            <a:schemeClr val="lt1">
              <a:alpha val="50588"/>
            </a:scheme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650" lIns="65300" spcFirstLastPara="1" rIns="65300" wrap="square" tIns="32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None/>
            </a:pPr>
            <a:r>
              <a:t/>
            </a:r>
            <a:endParaRPr b="0" i="0" sz="6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6238850" y="415624"/>
            <a:ext cx="20807100" cy="23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7875" lIns="335775" spcFirstLastPara="1" rIns="335775" wrap="square" tIns="167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400">
                <a:solidFill>
                  <a:schemeClr val="dk1"/>
                </a:solidFill>
              </a:rPr>
              <a:t>Research / Project Title</a:t>
            </a:r>
            <a:endParaRPr b="1" sz="64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400"/>
              <a:t>Author’s Name</a:t>
            </a:r>
            <a:endParaRPr i="1" sz="3400"/>
          </a:p>
        </p:txBody>
      </p:sp>
      <p:sp>
        <p:nvSpPr>
          <p:cNvPr id="91" name="Google Shape;91;p1"/>
          <p:cNvSpPr/>
          <p:nvPr/>
        </p:nvSpPr>
        <p:spPr>
          <a:xfrm>
            <a:off x="14396763" y="17570788"/>
            <a:ext cx="88089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100" lIns="257100" spcFirstLastPara="1" rIns="257100" wrap="square" tIns="257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33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" title="Copy of Logo PNG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500" y="261875"/>
            <a:ext cx="5177371" cy="23553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/>
          <p:nvPr/>
        </p:nvSpPr>
        <p:spPr>
          <a:xfrm>
            <a:off x="27352000" y="108125"/>
            <a:ext cx="4269900" cy="29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7875" lIns="335775" spcFirstLastPara="1" rIns="335775" wrap="square" tIns="167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400">
                <a:solidFill>
                  <a:schemeClr val="dk1"/>
                </a:solidFill>
              </a:rPr>
              <a:t>Your LOGO</a:t>
            </a:r>
            <a:endParaRPr b="1" i="1" sz="3400"/>
          </a:p>
        </p:txBody>
      </p:sp>
      <p:sp>
        <p:nvSpPr>
          <p:cNvPr id="94" name="Google Shape;94;p1"/>
          <p:cNvSpPr/>
          <p:nvPr/>
        </p:nvSpPr>
        <p:spPr>
          <a:xfrm>
            <a:off x="54750" y="4052250"/>
            <a:ext cx="9991200" cy="16978800"/>
          </a:xfrm>
          <a:prstGeom prst="rect">
            <a:avLst/>
          </a:prstGeom>
          <a:solidFill>
            <a:schemeClr val="lt1">
              <a:alpha val="50590"/>
            </a:scheme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650" lIns="65300" spcFirstLastPara="1" rIns="65300" wrap="square" tIns="32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None/>
            </a:pPr>
            <a:r>
              <a:t/>
            </a:r>
            <a:endParaRPr b="0" i="0" sz="6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54650" y="4052250"/>
            <a:ext cx="9991200" cy="870900"/>
          </a:xfrm>
          <a:prstGeom prst="rect">
            <a:avLst/>
          </a:prstGeom>
          <a:solidFill>
            <a:srgbClr val="062D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2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4200">
                <a:solidFill>
                  <a:schemeClr val="lt1"/>
                </a:solidFill>
              </a:rPr>
              <a:t>Topic</a:t>
            </a:r>
            <a:endParaRPr i="0" sz="4200" u="none" cap="none" strike="noStrike">
              <a:solidFill>
                <a:schemeClr val="lt1"/>
              </a:solidFill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10317550" y="4052250"/>
            <a:ext cx="11046300" cy="16978800"/>
          </a:xfrm>
          <a:prstGeom prst="rect">
            <a:avLst/>
          </a:prstGeom>
          <a:solidFill>
            <a:schemeClr val="lt1">
              <a:alpha val="50590"/>
            </a:scheme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650" lIns="65300" spcFirstLastPara="1" rIns="65300" wrap="square" tIns="32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None/>
            </a:pPr>
            <a:r>
              <a:t/>
            </a:r>
            <a:endParaRPr b="0" i="0" sz="6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21635450" y="4052250"/>
            <a:ext cx="10173600" cy="16978800"/>
          </a:xfrm>
          <a:prstGeom prst="rect">
            <a:avLst/>
          </a:prstGeom>
          <a:solidFill>
            <a:schemeClr val="lt1">
              <a:alpha val="50590"/>
            </a:scheme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650" lIns="65300" spcFirstLastPara="1" rIns="65300" wrap="square" tIns="32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None/>
            </a:pPr>
            <a:r>
              <a:t/>
            </a:r>
            <a:endParaRPr b="0" i="0" sz="6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10317675" y="4052250"/>
            <a:ext cx="11046300" cy="870900"/>
          </a:xfrm>
          <a:prstGeom prst="rect">
            <a:avLst/>
          </a:prstGeom>
          <a:solidFill>
            <a:srgbClr val="062D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2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4200">
                <a:solidFill>
                  <a:schemeClr val="lt1"/>
                </a:solidFill>
              </a:rPr>
              <a:t>Topic</a:t>
            </a:r>
            <a:endParaRPr i="0" sz="4200" u="none" cap="none" strike="noStrike">
              <a:solidFill>
                <a:schemeClr val="lt1"/>
              </a:solidFill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21635700" y="4052250"/>
            <a:ext cx="10173600" cy="870900"/>
          </a:xfrm>
          <a:prstGeom prst="rect">
            <a:avLst/>
          </a:prstGeom>
          <a:solidFill>
            <a:srgbClr val="062D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2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4200">
                <a:solidFill>
                  <a:schemeClr val="lt1"/>
                </a:solidFill>
              </a:rPr>
              <a:t>Topic</a:t>
            </a:r>
            <a:endParaRPr i="0" sz="4200" u="none" cap="none" strike="noStrike">
              <a:solidFill>
                <a:schemeClr val="lt1"/>
              </a:solidFill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0" y="12106200"/>
            <a:ext cx="9991200" cy="690000"/>
          </a:xfrm>
          <a:prstGeom prst="rect">
            <a:avLst/>
          </a:prstGeom>
          <a:solidFill>
            <a:srgbClr val="062D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2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4200">
                <a:solidFill>
                  <a:schemeClr val="lt1"/>
                </a:solidFill>
              </a:rPr>
              <a:t>Topic</a:t>
            </a:r>
            <a:endParaRPr i="0" sz="4200" u="none" cap="none" strike="noStrike">
              <a:solidFill>
                <a:schemeClr val="lt1"/>
              </a:solidFill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10317550" y="12106200"/>
            <a:ext cx="11046300" cy="690000"/>
          </a:xfrm>
          <a:prstGeom prst="rect">
            <a:avLst/>
          </a:prstGeom>
          <a:solidFill>
            <a:srgbClr val="062D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2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4200">
                <a:solidFill>
                  <a:schemeClr val="lt1"/>
                </a:solidFill>
              </a:rPr>
              <a:t>Topic</a:t>
            </a:r>
            <a:endParaRPr i="0" sz="4200" u="none" cap="none" strike="noStrike">
              <a:solidFill>
                <a:schemeClr val="lt1"/>
              </a:solidFill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21635450" y="12106200"/>
            <a:ext cx="10173600" cy="690000"/>
          </a:xfrm>
          <a:prstGeom prst="rect">
            <a:avLst/>
          </a:prstGeom>
          <a:solidFill>
            <a:srgbClr val="062D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2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4200">
                <a:solidFill>
                  <a:schemeClr val="lt1"/>
                </a:solidFill>
              </a:rPr>
              <a:t>Topic</a:t>
            </a:r>
            <a:endParaRPr i="0" sz="4200" u="none" cap="none" strike="noStrike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2007-08-09T19:24:32Z</dcterms:created>
  <dc:creator>Graphicsland/MakeSigns.com</dc:creator>
</cp:coreProperties>
</file>