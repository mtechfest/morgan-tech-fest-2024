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891200" cx="32918400"/>
  <p:notesSz cx="32099250" cy="430720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824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gGmK23vsD9Cc38eE1BTedyv9x3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824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3909675" cy="215423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8181638" y="0"/>
            <a:ext cx="13909675" cy="215423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94173" y="3230563"/>
            <a:ext cx="12112500" cy="1615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3209925" y="20459700"/>
            <a:ext cx="25679400" cy="1938178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0911463"/>
            <a:ext cx="1390967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b" bIns="214750" lIns="429525" spcFirstLastPara="1" rIns="429525" wrap="square" tIns="2147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8181638" y="40911463"/>
            <a:ext cx="1390967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b" bIns="214750" lIns="429525" spcFirstLastPara="1" rIns="429525" wrap="square" tIns="2147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fld id="{00000000-1234-1234-1234-123412341234}" type="slidenum">
              <a:rPr b="0" i="0" lang="en-GB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5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18181638" y="40911463"/>
            <a:ext cx="1390967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b" bIns="214750" lIns="429525" spcFirstLastPara="1" rIns="429525" wrap="square" tIns="214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fld id="{00000000-1234-1234-1234-123412341234}" type="slidenum">
              <a:rPr b="0" i="0" lang="en-GB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5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994173" y="3230563"/>
            <a:ext cx="12112500" cy="1615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3209925" y="20459700"/>
            <a:ext cx="25679400" cy="1938178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2468565" y="13635038"/>
            <a:ext cx="27981300" cy="94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4937127" y="24871365"/>
            <a:ext cx="23044200" cy="112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3358"/>
              </a:spcBef>
              <a:spcAft>
                <a:spcPts val="0"/>
              </a:spcAft>
              <a:buClr>
                <a:schemeClr val="dk1"/>
              </a:buClr>
              <a:buSzPts val="16791"/>
              <a:buFont typeface="Arial"/>
              <a:buNone/>
              <a:defRPr sz="16790"/>
            </a:lvl1pPr>
            <a:lvl2pPr lvl="1" algn="ctr">
              <a:lnSpc>
                <a:spcPct val="100000"/>
              </a:lnSpc>
              <a:spcBef>
                <a:spcPts val="2938"/>
              </a:spcBef>
              <a:spcAft>
                <a:spcPts val="0"/>
              </a:spcAft>
              <a:buClr>
                <a:schemeClr val="dk1"/>
              </a:buClr>
              <a:buSzPts val="14692"/>
              <a:buFont typeface="Arial"/>
              <a:buNone/>
              <a:defRPr sz="14691"/>
            </a:lvl2pPr>
            <a:lvl3pPr lvl="2" algn="ctr">
              <a:lnSpc>
                <a:spcPct val="100000"/>
              </a:lnSpc>
              <a:spcBef>
                <a:spcPts val="2518"/>
              </a:spcBef>
              <a:spcAft>
                <a:spcPts val="0"/>
              </a:spcAft>
              <a:buClr>
                <a:schemeClr val="dk1"/>
              </a:buClr>
              <a:buSzPts val="12593"/>
              <a:buFont typeface="Arial"/>
              <a:buNone/>
              <a:defRPr sz="12593"/>
            </a:lvl3pPr>
            <a:lvl4pPr lvl="3" algn="ctr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None/>
              <a:defRPr sz="10493"/>
            </a:lvl4pPr>
            <a:lvl5pPr lvl="4" algn="ctr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None/>
              <a:defRPr sz="10493"/>
            </a:lvl5pPr>
            <a:lvl6pPr lvl="5" algn="ctr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None/>
              <a:defRPr sz="10493"/>
            </a:lvl6pPr>
            <a:lvl7pPr lvl="6" algn="ctr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None/>
              <a:defRPr sz="10493"/>
            </a:lvl7pPr>
            <a:lvl8pPr lvl="7" algn="ctr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None/>
              <a:defRPr sz="10493"/>
            </a:lvl8pPr>
            <a:lvl9pPr lvl="8" algn="ctr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None/>
              <a:defRPr sz="10493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1645920" y="1755913"/>
            <a:ext cx="29626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1645920" y="10240618"/>
            <a:ext cx="29626500" cy="28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-388523" lvl="0" marL="4572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•"/>
              <a:defRPr sz="16790"/>
            </a:lvl1pPr>
            <a:lvl2pPr indent="-388523" lvl="1" marL="9144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–"/>
              <a:defRPr sz="14691"/>
            </a:lvl2pPr>
            <a:lvl3pPr indent="-388523" lvl="2" marL="1371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•"/>
              <a:defRPr sz="12593"/>
            </a:lvl3pPr>
            <a:lvl4pPr indent="-388523" lvl="3" marL="18288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–"/>
              <a:defRPr sz="10493"/>
            </a:lvl4pPr>
            <a:lvl5pPr indent="-388523" lvl="4" marL="22860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5pPr>
            <a:lvl6pPr indent="-388523" lvl="5" marL="27432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6pPr>
            <a:lvl7pPr indent="-388523" lvl="6" marL="32004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7pPr>
            <a:lvl8pPr indent="-388523" lvl="7" marL="3657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8pPr>
            <a:lvl9pPr indent="-388523" lvl="8" marL="41148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600327" y="28203525"/>
            <a:ext cx="27981300" cy="87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b="1" sz="4057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2600327" y="18602325"/>
            <a:ext cx="279813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40175" lIns="480350" spcFirstLastPara="1" rIns="480350" wrap="square" tIns="2401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  <a:defRPr sz="1958"/>
            </a:lvl1pPr>
            <a:lvl2pPr indent="-228600" lvl="1" marL="9144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None/>
              <a:defRPr sz="1818"/>
            </a:lvl2pPr>
            <a:lvl3pPr indent="-228600" lvl="2" marL="13716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sz="1538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98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98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98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98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98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98"/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1645920" y="1755913"/>
            <a:ext cx="29626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1646238" y="10240962"/>
            <a:ext cx="14736900" cy="28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-406298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98"/>
              <a:buFont typeface="Arial"/>
              <a:buChar char="•"/>
              <a:defRPr sz="2798"/>
            </a:lvl1pPr>
            <a:lvl2pPr indent="-379635" lvl="1" marL="91440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79"/>
              <a:buFont typeface="Arial"/>
              <a:buChar char="–"/>
              <a:defRPr sz="2378"/>
            </a:lvl2pPr>
            <a:lvl3pPr indent="-352973" lvl="2" marL="13716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Char char="•"/>
              <a:defRPr sz="1958"/>
            </a:lvl3pPr>
            <a:lvl4pPr indent="-344085" lvl="3" marL="18288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–"/>
              <a:defRPr sz="1818"/>
            </a:lvl4pPr>
            <a:lvl5pPr indent="-344085" lvl="4" marL="22860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»"/>
              <a:defRPr sz="1818"/>
            </a:lvl5pPr>
            <a:lvl6pPr indent="-344085" lvl="5" marL="27432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»"/>
              <a:defRPr sz="1818"/>
            </a:lvl6pPr>
            <a:lvl7pPr indent="-344085" lvl="6" marL="32004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»"/>
              <a:defRPr sz="1818"/>
            </a:lvl7pPr>
            <a:lvl8pPr indent="-344085" lvl="7" marL="36576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»"/>
              <a:defRPr sz="1818"/>
            </a:lvl8pPr>
            <a:lvl9pPr indent="-344085" lvl="8" marL="41148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»"/>
              <a:defRPr sz="1818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16535401" y="10240962"/>
            <a:ext cx="14736900" cy="28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-406298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98"/>
              <a:buFont typeface="Arial"/>
              <a:buChar char="•"/>
              <a:defRPr sz="2798"/>
            </a:lvl1pPr>
            <a:lvl2pPr indent="-379635" lvl="1" marL="91440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79"/>
              <a:buFont typeface="Arial"/>
              <a:buChar char="–"/>
              <a:defRPr sz="2378"/>
            </a:lvl2pPr>
            <a:lvl3pPr indent="-352973" lvl="2" marL="13716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Char char="•"/>
              <a:defRPr sz="1958"/>
            </a:lvl3pPr>
            <a:lvl4pPr indent="-344085" lvl="3" marL="18288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–"/>
              <a:defRPr sz="1818"/>
            </a:lvl4pPr>
            <a:lvl5pPr indent="-344085" lvl="4" marL="22860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»"/>
              <a:defRPr sz="1818"/>
            </a:lvl5pPr>
            <a:lvl6pPr indent="-344085" lvl="5" marL="27432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»"/>
              <a:defRPr sz="1818"/>
            </a:lvl6pPr>
            <a:lvl7pPr indent="-344085" lvl="6" marL="32004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»"/>
              <a:defRPr sz="1818"/>
            </a:lvl7pPr>
            <a:lvl8pPr indent="-344085" lvl="7" marL="36576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»"/>
              <a:defRPr sz="1818"/>
            </a:lvl8pPr>
            <a:lvl9pPr indent="-344085" lvl="8" marL="41148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»"/>
              <a:defRPr sz="1818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1645920" y="1755913"/>
            <a:ext cx="29626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1646238" y="9825038"/>
            <a:ext cx="145449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b" bIns="240175" lIns="480350" spcFirstLastPara="1" rIns="480350" wrap="square" tIns="2401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79"/>
              <a:buFont typeface="Arial"/>
              <a:buNone/>
              <a:defRPr b="1" sz="2378"/>
            </a:lvl1pPr>
            <a:lvl2pPr indent="-228600" lvl="1" marL="9144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  <a:defRPr b="1" sz="1958"/>
            </a:lvl2pPr>
            <a:lvl3pPr indent="-228600" lvl="2" marL="13716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None/>
              <a:defRPr b="1" sz="1818"/>
            </a:lvl3pPr>
            <a:lvl4pPr indent="-228600" lvl="3" marL="18288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4pPr>
            <a:lvl5pPr indent="-228600" lvl="4" marL="22860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5pPr>
            <a:lvl6pPr indent="-228600" lvl="5" marL="27432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6pPr>
            <a:lvl7pPr indent="-228600" lvl="6" marL="32004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7pPr>
            <a:lvl8pPr indent="-228600" lvl="7" marL="36576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8pPr>
            <a:lvl9pPr indent="-228600" lvl="8" marL="41148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1646238" y="13919201"/>
            <a:ext cx="14544900" cy="252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-379635" lvl="0" marL="45720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79"/>
              <a:buFont typeface="Arial"/>
              <a:buChar char="•"/>
              <a:defRPr sz="2378"/>
            </a:lvl1pPr>
            <a:lvl2pPr indent="-352973" lvl="1" marL="9144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Char char="–"/>
              <a:defRPr sz="1958"/>
            </a:lvl2pPr>
            <a:lvl3pPr indent="-344085" lvl="2" marL="13716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•"/>
              <a:defRPr sz="1818"/>
            </a:lvl3pPr>
            <a:lvl4pPr indent="-326363" lvl="3" marL="18288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538"/>
            </a:lvl4pPr>
            <a:lvl5pPr indent="-326363" lvl="4" marL="22860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»"/>
              <a:defRPr sz="1538"/>
            </a:lvl5pPr>
            <a:lvl6pPr indent="-326363" lvl="5" marL="27432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»"/>
              <a:defRPr sz="1538"/>
            </a:lvl6pPr>
            <a:lvl7pPr indent="-326363" lvl="6" marL="32004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»"/>
              <a:defRPr sz="1538"/>
            </a:lvl7pPr>
            <a:lvl8pPr indent="-326363" lvl="7" marL="36576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»"/>
              <a:defRPr sz="1538"/>
            </a:lvl8pPr>
            <a:lvl9pPr indent="-326363" lvl="8" marL="41148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»"/>
              <a:defRPr sz="1538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16722727" y="9825038"/>
            <a:ext cx="145494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b" bIns="240175" lIns="480350" spcFirstLastPara="1" rIns="480350" wrap="square" tIns="2401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79"/>
              <a:buFont typeface="Arial"/>
              <a:buNone/>
              <a:defRPr b="1" sz="2378"/>
            </a:lvl1pPr>
            <a:lvl2pPr indent="-228600" lvl="1" marL="9144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  <a:defRPr b="1" sz="1958"/>
            </a:lvl2pPr>
            <a:lvl3pPr indent="-228600" lvl="2" marL="13716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None/>
              <a:defRPr b="1" sz="1818"/>
            </a:lvl3pPr>
            <a:lvl4pPr indent="-228600" lvl="3" marL="18288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4pPr>
            <a:lvl5pPr indent="-228600" lvl="4" marL="22860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5pPr>
            <a:lvl6pPr indent="-228600" lvl="5" marL="27432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6pPr>
            <a:lvl7pPr indent="-228600" lvl="6" marL="32004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7pPr>
            <a:lvl8pPr indent="-228600" lvl="7" marL="36576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8pPr>
            <a:lvl9pPr indent="-228600" lvl="8" marL="41148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None/>
              <a:defRPr b="1" sz="1538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16722727" y="13919201"/>
            <a:ext cx="14549400" cy="252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-379635" lvl="0" marL="45720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79"/>
              <a:buFont typeface="Arial"/>
              <a:buChar char="•"/>
              <a:defRPr sz="2378"/>
            </a:lvl1pPr>
            <a:lvl2pPr indent="-352973" lvl="1" marL="9144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Char char="–"/>
              <a:defRPr sz="1958"/>
            </a:lvl2pPr>
            <a:lvl3pPr indent="-344085" lvl="2" marL="137160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Char char="•"/>
              <a:defRPr sz="1818"/>
            </a:lvl3pPr>
            <a:lvl4pPr indent="-326363" lvl="3" marL="18288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538"/>
            </a:lvl4pPr>
            <a:lvl5pPr indent="-326363" lvl="4" marL="22860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»"/>
              <a:defRPr sz="1538"/>
            </a:lvl5pPr>
            <a:lvl6pPr indent="-326363" lvl="5" marL="27432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»"/>
              <a:defRPr sz="1538"/>
            </a:lvl6pPr>
            <a:lvl7pPr indent="-326363" lvl="6" marL="32004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»"/>
              <a:defRPr sz="1538"/>
            </a:lvl7pPr>
            <a:lvl8pPr indent="-326363" lvl="7" marL="36576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»"/>
              <a:defRPr sz="1538"/>
            </a:lvl8pPr>
            <a:lvl9pPr indent="-326363" lvl="8" marL="411480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»"/>
              <a:defRPr sz="1538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1645920" y="1755913"/>
            <a:ext cx="29626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1646238" y="1747838"/>
            <a:ext cx="10829700" cy="74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b="1" sz="195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12869863" y="1747838"/>
            <a:ext cx="18402300" cy="37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-432961" lvl="0" marL="457200" algn="l">
              <a:lnSpc>
                <a:spcPct val="100000"/>
              </a:lnSpc>
              <a:spcBef>
                <a:spcPts val="644"/>
              </a:spcBef>
              <a:spcAft>
                <a:spcPts val="0"/>
              </a:spcAft>
              <a:buClr>
                <a:schemeClr val="dk1"/>
              </a:buClr>
              <a:buSzPts val="3218"/>
              <a:buFont typeface="Arial"/>
              <a:buChar char="•"/>
              <a:defRPr sz="3218"/>
            </a:lvl1pPr>
            <a:lvl2pPr indent="-406298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98"/>
              <a:buFont typeface="Arial"/>
              <a:buChar char="–"/>
              <a:defRPr sz="2798"/>
            </a:lvl2pPr>
            <a:lvl3pPr indent="-379635" lvl="2" marL="137160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79"/>
              <a:buFont typeface="Arial"/>
              <a:buChar char="•"/>
              <a:defRPr sz="2378"/>
            </a:lvl3pPr>
            <a:lvl4pPr indent="-352973" lvl="3" marL="18288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Char char="–"/>
              <a:defRPr sz="1958"/>
            </a:lvl4pPr>
            <a:lvl5pPr indent="-352973" lvl="4" marL="22860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Char char="»"/>
              <a:defRPr sz="1958"/>
            </a:lvl5pPr>
            <a:lvl6pPr indent="-352973" lvl="5" marL="27432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Char char="»"/>
              <a:defRPr sz="1958"/>
            </a:lvl6pPr>
            <a:lvl7pPr indent="-352973" lvl="6" marL="32004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Char char="»"/>
              <a:defRPr sz="1958"/>
            </a:lvl7pPr>
            <a:lvl8pPr indent="-352973" lvl="7" marL="36576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Char char="»"/>
              <a:defRPr sz="1958"/>
            </a:lvl8pPr>
            <a:lvl9pPr indent="-352973" lvl="8" marL="4114800" algn="l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Char char="»"/>
              <a:defRPr sz="1958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1646238" y="9185274"/>
            <a:ext cx="10829700" cy="300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98"/>
            </a:lvl1pPr>
            <a:lvl2pPr indent="-228600" lvl="1" marL="9144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  <a:defRPr sz="1258"/>
            </a:lvl2pPr>
            <a:lvl3pPr indent="-228600" lvl="2" marL="1371600" algn="l">
              <a:lnSpc>
                <a:spcPct val="100000"/>
              </a:lnSpc>
              <a:spcBef>
                <a:spcPts val="196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  <a:defRPr sz="978"/>
            </a:lvl3pPr>
            <a:lvl4pPr indent="-228600" lvl="3" marL="18288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4pPr>
            <a:lvl5pPr indent="-228600" lvl="4" marL="22860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5pPr>
            <a:lvl6pPr indent="-228600" lvl="5" marL="27432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6pPr>
            <a:lvl7pPr indent="-228600" lvl="6" marL="32004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7pPr>
            <a:lvl8pPr indent="-228600" lvl="7" marL="36576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8pPr>
            <a:lvl9pPr indent="-228600" lvl="8" marL="41148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6451601" y="30724474"/>
            <a:ext cx="19751700" cy="3625800"/>
          </a:xfrm>
          <a:prstGeom prst="rect">
            <a:avLst/>
          </a:prstGeom>
          <a:noFill/>
          <a:ln>
            <a:noFill/>
          </a:ln>
        </p:spPr>
        <p:txBody>
          <a:bodyPr anchorCtr="0" anchor="b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b="1" sz="195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6451601" y="3921126"/>
            <a:ext cx="19751700" cy="263349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6451601" y="34350326"/>
            <a:ext cx="19751700" cy="51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98"/>
            </a:lvl1pPr>
            <a:lvl2pPr indent="-228600" lvl="1" marL="9144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  <a:defRPr sz="1258"/>
            </a:lvl2pPr>
            <a:lvl3pPr indent="-228600" lvl="2" marL="1371600" algn="l">
              <a:lnSpc>
                <a:spcPct val="100000"/>
              </a:lnSpc>
              <a:spcBef>
                <a:spcPts val="196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  <a:defRPr sz="978"/>
            </a:lvl3pPr>
            <a:lvl4pPr indent="-228600" lvl="3" marL="18288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4pPr>
            <a:lvl5pPr indent="-228600" lvl="4" marL="22860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5pPr>
            <a:lvl6pPr indent="-228600" lvl="5" marL="27432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6pPr>
            <a:lvl7pPr indent="-228600" lvl="6" marL="32004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7pPr>
            <a:lvl8pPr indent="-228600" lvl="7" marL="36576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8pPr>
            <a:lvl9pPr indent="-228600" lvl="8" marL="4114800" algn="l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838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1645920" y="1755913"/>
            <a:ext cx="29626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1976280" y="9910318"/>
            <a:ext cx="28965900" cy="296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-388523" lvl="0" marL="4572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•"/>
              <a:defRPr sz="16790"/>
            </a:lvl1pPr>
            <a:lvl2pPr indent="-388523" lvl="1" marL="9144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–"/>
              <a:defRPr sz="14691"/>
            </a:lvl2pPr>
            <a:lvl3pPr indent="-388523" lvl="2" marL="1371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•"/>
              <a:defRPr sz="12593"/>
            </a:lvl3pPr>
            <a:lvl4pPr indent="-388523" lvl="3" marL="18288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–"/>
              <a:defRPr sz="10493"/>
            </a:lvl4pPr>
            <a:lvl5pPr indent="-388523" lvl="4" marL="22860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5pPr>
            <a:lvl6pPr indent="-388523" lvl="5" marL="27432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6pPr>
            <a:lvl7pPr indent="-388523" lvl="6" marL="32004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7pPr>
            <a:lvl8pPr indent="-388523" lvl="7" marL="3657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8pPr>
            <a:lvl9pPr indent="-388523" lvl="8" marL="41148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8843865" y="16779863"/>
            <a:ext cx="37450800" cy="74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23087"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-6045174" y="9448913"/>
            <a:ext cx="37450800" cy="220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-388523" lvl="0" marL="4572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•"/>
              <a:defRPr sz="16790"/>
            </a:lvl1pPr>
            <a:lvl2pPr indent="-388523" lvl="1" marL="9144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–"/>
              <a:defRPr sz="14691"/>
            </a:lvl2pPr>
            <a:lvl3pPr indent="-388523" lvl="2" marL="1371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•"/>
              <a:defRPr sz="12593"/>
            </a:lvl3pPr>
            <a:lvl4pPr indent="-388523" lvl="3" marL="18288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–"/>
              <a:defRPr sz="10493"/>
            </a:lvl4pPr>
            <a:lvl5pPr indent="-388523" lvl="4" marL="22860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5pPr>
            <a:lvl6pPr indent="-388523" lvl="5" marL="27432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6pPr>
            <a:lvl7pPr indent="-388523" lvl="6" marL="32004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7pPr>
            <a:lvl8pPr indent="-388523" lvl="7" marL="3657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8pPr>
            <a:lvl9pPr indent="-388523" lvl="8" marL="41148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18"/>
              <a:buChar char="»"/>
              <a:defRPr sz="10493"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741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9"/>
              <a:buNone/>
              <a:defRPr sz="9514"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1645920" y="1755913"/>
            <a:ext cx="29626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0175" lIns="480350" spcFirstLastPara="1" rIns="480350" wrap="square" tIns="2401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2308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2308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2308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2308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2308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2308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2308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2308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2308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1645920" y="10240618"/>
            <a:ext cx="29626500" cy="28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-1294843" lvl="0" marL="457200" marR="0" rtl="0" algn="l">
              <a:lnSpc>
                <a:spcPct val="100000"/>
              </a:lnSpc>
              <a:spcBef>
                <a:spcPts val="3358"/>
              </a:spcBef>
              <a:spcAft>
                <a:spcPts val="0"/>
              </a:spcAft>
              <a:buClr>
                <a:schemeClr val="dk1"/>
              </a:buClr>
              <a:buSzPts val="16791"/>
              <a:buFont typeface="Arial"/>
              <a:buChar char="•"/>
              <a:defRPr b="0" i="0" sz="167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161530" lvl="1" marL="914400" marR="0" rtl="0" algn="l">
              <a:lnSpc>
                <a:spcPct val="100000"/>
              </a:lnSpc>
              <a:spcBef>
                <a:spcPts val="2938"/>
              </a:spcBef>
              <a:spcAft>
                <a:spcPts val="0"/>
              </a:spcAft>
              <a:buClr>
                <a:schemeClr val="dk1"/>
              </a:buClr>
              <a:buSzPts val="14692"/>
              <a:buFont typeface="Arial"/>
              <a:buChar char="–"/>
              <a:defRPr b="0" i="0" sz="1469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28269" lvl="2" marL="1371600" marR="0" rtl="0" algn="l">
              <a:lnSpc>
                <a:spcPct val="100000"/>
              </a:lnSpc>
              <a:spcBef>
                <a:spcPts val="2518"/>
              </a:spcBef>
              <a:spcAft>
                <a:spcPts val="0"/>
              </a:spcAft>
              <a:buClr>
                <a:schemeClr val="dk1"/>
              </a:buClr>
              <a:buSzPts val="12593"/>
              <a:buFont typeface="Arial"/>
              <a:buChar char="•"/>
              <a:defRPr b="0" i="0" sz="125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95008" lvl="3" marL="1828800" marR="0" rtl="0" algn="l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Char char="–"/>
              <a:defRPr b="0" i="0" sz="104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95008" lvl="4" marL="2286000" marR="0" rtl="0" algn="l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Char char="»"/>
              <a:defRPr b="0" i="0" sz="104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95008" lvl="5" marL="2743200" marR="0" rtl="0" algn="l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Char char="»"/>
              <a:defRPr b="0" i="0" sz="104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95008" lvl="6" marL="3200400" marR="0" rtl="0" algn="l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Char char="»"/>
              <a:defRPr b="0" i="0" sz="104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95008" lvl="7" marL="3657600" marR="0" rtl="0" algn="l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Char char="»"/>
              <a:defRPr b="0" i="0" sz="104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95008" lvl="8" marL="4114800" marR="0" rtl="0" algn="l">
              <a:lnSpc>
                <a:spcPct val="100000"/>
              </a:lnSpc>
              <a:spcBef>
                <a:spcPts val="2099"/>
              </a:spcBef>
              <a:spcAft>
                <a:spcPts val="0"/>
              </a:spcAft>
              <a:buClr>
                <a:schemeClr val="dk1"/>
              </a:buClr>
              <a:buSzPts val="10495"/>
              <a:buFont typeface="Arial"/>
              <a:buChar char="»"/>
              <a:defRPr b="0" i="0" sz="104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16459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11247120" y="39968557"/>
            <a:ext cx="10424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  <a:defRPr b="0" i="0" sz="95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23591520" y="39968557"/>
            <a:ext cx="7680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175" lIns="480350" spcFirstLastPara="1" rIns="480350" wrap="square" tIns="2401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5"/>
              <a:buFont typeface="Arial"/>
              <a:buNone/>
              <a:defRPr b="0" i="0" sz="74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56314" y="0"/>
            <a:ext cx="32918400" cy="7066200"/>
          </a:xfrm>
          <a:prstGeom prst="rect">
            <a:avLst/>
          </a:prstGeom>
          <a:solidFill>
            <a:schemeClr val="lt1">
              <a:alpha val="50196"/>
            </a:schemeClr>
          </a:solidFill>
          <a:ln cap="flat" cmpd="sng" w="266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15"/>
              <a:buFont typeface="Arial"/>
              <a:buNone/>
            </a:pPr>
            <a:r>
              <a:t/>
            </a:r>
            <a:endParaRPr b="0" i="0" sz="95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6417103" y="867389"/>
            <a:ext cx="21401400" cy="49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4900" lIns="469825" spcFirstLastPara="1" rIns="469825" wrap="square" tIns="2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55"/>
              <a:buFont typeface="Arial"/>
              <a:buNone/>
            </a:pPr>
            <a:r>
              <a:rPr b="1" i="0" lang="en-GB" sz="89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/ Project Title</a:t>
            </a:r>
            <a:endParaRPr b="1" i="0" sz="89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57"/>
              <a:buFont typeface="Arial"/>
              <a:buNone/>
            </a:pPr>
            <a:r>
              <a:rPr b="0" i="1" lang="en-GB" sz="475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Author’s Name</a:t>
            </a:r>
            <a:endParaRPr b="0" i="1" sz="47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4808099" y="36669470"/>
            <a:ext cx="9060600" cy="30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9750" lIns="359750" spcFirstLastPara="1" rIns="359750" wrap="square" tIns="359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83"/>
              <a:buFont typeface="Arial"/>
              <a:buNone/>
            </a:pPr>
            <a:r>
              <a:t/>
            </a:r>
            <a:endParaRPr b="0" i="0" sz="3637" u="none" cap="none" strike="noStrike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 title="Copy of Logo PNG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14" y="546522"/>
            <a:ext cx="4970276" cy="22610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28133486" y="225653"/>
            <a:ext cx="4392000" cy="6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4900" lIns="469825" spcFirstLastPara="1" rIns="469825" wrap="square" tIns="23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55"/>
              <a:buFont typeface="Arial"/>
              <a:buNone/>
            </a:pPr>
            <a:r>
              <a:rPr b="1" i="0" lang="en-GB" sz="89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LOGO</a:t>
            </a:r>
            <a:endParaRPr b="1" i="1" sz="47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56314" y="8456870"/>
            <a:ext cx="10276800" cy="35434200"/>
          </a:xfrm>
          <a:prstGeom prst="rect">
            <a:avLst/>
          </a:prstGeom>
          <a:solidFill>
            <a:schemeClr val="lt1">
              <a:alpha val="50588"/>
            </a:schemeClr>
          </a:solidFill>
          <a:ln cap="flat" cmpd="sng" w="266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15"/>
              <a:buFont typeface="Arial"/>
              <a:buNone/>
            </a:pPr>
            <a:r>
              <a:t/>
            </a:r>
            <a:endParaRPr b="0" i="0" sz="95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56211" y="8456870"/>
            <a:ext cx="10276800" cy="18174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63950" lIns="127925" spcFirstLastPara="1" rIns="127925" wrap="square" tIns="63950">
            <a:noAutofit/>
          </a:bodyPr>
          <a:lstStyle/>
          <a:p>
            <a:pPr indent="0" lvl="0" marL="0" marR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77"/>
              <a:buFont typeface="Arial"/>
              <a:buNone/>
            </a:pPr>
            <a:r>
              <a:rPr b="1" i="0" lang="en-GB" sz="58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5876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0612337" y="8456870"/>
            <a:ext cx="11361900" cy="35434200"/>
          </a:xfrm>
          <a:prstGeom prst="rect">
            <a:avLst/>
          </a:prstGeom>
          <a:solidFill>
            <a:schemeClr val="lt1">
              <a:alpha val="50588"/>
            </a:schemeClr>
          </a:solidFill>
          <a:ln cap="flat" cmpd="sng" w="266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15"/>
              <a:buFont typeface="Arial"/>
              <a:buNone/>
            </a:pPr>
            <a:r>
              <a:t/>
            </a:r>
            <a:endParaRPr b="0" i="0" sz="95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2253606" y="8456870"/>
            <a:ext cx="10464300" cy="35434200"/>
          </a:xfrm>
          <a:prstGeom prst="rect">
            <a:avLst/>
          </a:prstGeom>
          <a:solidFill>
            <a:schemeClr val="lt1">
              <a:alpha val="50588"/>
            </a:schemeClr>
          </a:solidFill>
          <a:ln cap="flat" cmpd="sng" w="266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15"/>
              <a:buFont typeface="Arial"/>
              <a:buNone/>
            </a:pPr>
            <a:r>
              <a:t/>
            </a:r>
            <a:endParaRPr b="0" i="0" sz="95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612466" y="8456870"/>
            <a:ext cx="11361900" cy="18174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63950" lIns="127925" spcFirstLastPara="1" rIns="127925" wrap="square" tIns="63950">
            <a:noAutofit/>
          </a:bodyPr>
          <a:lstStyle/>
          <a:p>
            <a:pPr indent="0" lvl="0" marL="0" marR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77"/>
              <a:buFont typeface="Arial"/>
              <a:buNone/>
            </a:pPr>
            <a:r>
              <a:rPr b="1" i="0" lang="en-GB" sz="58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5876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22253863" y="8456870"/>
            <a:ext cx="10464300" cy="18174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63950" lIns="127925" spcFirstLastPara="1" rIns="127925" wrap="square" tIns="63950">
            <a:noAutofit/>
          </a:bodyPr>
          <a:lstStyle/>
          <a:p>
            <a:pPr indent="0" lvl="0" marL="0" marR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77"/>
              <a:buFont typeface="Arial"/>
              <a:buNone/>
            </a:pPr>
            <a:r>
              <a:rPr b="1" i="0" lang="en-GB" sz="58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5876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0" y="25265113"/>
            <a:ext cx="10276800" cy="14400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63950" lIns="127925" spcFirstLastPara="1" rIns="127925" wrap="square" tIns="63950">
            <a:noAutofit/>
          </a:bodyPr>
          <a:lstStyle/>
          <a:p>
            <a:pPr indent="0" lvl="0" marL="0" marR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77"/>
              <a:buFont typeface="Arial"/>
              <a:buNone/>
            </a:pPr>
            <a:r>
              <a:rPr b="1" i="0" lang="en-GB" sz="58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5876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0612337" y="25265113"/>
            <a:ext cx="11361900" cy="14400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63950" lIns="127925" spcFirstLastPara="1" rIns="127925" wrap="square" tIns="63950">
            <a:noAutofit/>
          </a:bodyPr>
          <a:lstStyle/>
          <a:p>
            <a:pPr indent="0" lvl="0" marL="0" marR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77"/>
              <a:buFont typeface="Arial"/>
              <a:buNone/>
            </a:pPr>
            <a:r>
              <a:rPr b="1" i="0" lang="en-GB" sz="58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5876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22253606" y="25265113"/>
            <a:ext cx="10464300" cy="14400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63950" lIns="127925" spcFirstLastPara="1" rIns="127925" wrap="square" tIns="63950">
            <a:noAutofit/>
          </a:bodyPr>
          <a:lstStyle/>
          <a:p>
            <a:pPr indent="0" lvl="0" marL="0" marR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77"/>
              <a:buFont typeface="Arial"/>
              <a:buNone/>
            </a:pPr>
            <a:r>
              <a:rPr b="1" i="0" lang="en-GB" sz="58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5876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2007-08-09T19:24:32Z</dcterms:created>
  <dc:creator>Graphicsland/MakeSigns.com</dc:creator>
</cp:coreProperties>
</file>