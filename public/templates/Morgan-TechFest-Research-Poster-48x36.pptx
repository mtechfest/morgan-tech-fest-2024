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0" cy="443484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70832"/>
            <a:ext cx="43891200" cy="109728"/>
          </a:xfrm>
          <a:prstGeom prst="rect">
            <a:avLst/>
          </a:prstGeom>
          <a:solidFill>
            <a:srgbClr val="C6D8F0"/>
          </a:solidFill>
          <a:ln/>
        </p:spPr>
      </p:sp>
      <p:pic>
        <p:nvPicPr>
          <p:cNvPr id="4" name="Image 0" descr="/home/claude/mtf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6217920" cy="28254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0" y="457200"/>
            <a:ext cx="2560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0D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EXPO   ·   RESEARCH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0" y="960120"/>
            <a:ext cx="2560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62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Title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9144000" y="2331720"/>
            <a:ext cx="2560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A1F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 Name(s)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144000" y="3017520"/>
            <a:ext cx="2560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5A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/ Program, Morgan State University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6850320" y="109728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F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MORGAN</a:t>
            </a:r>
            <a:endParaRPr lang="en-US" sz="2600" dirty="0"/>
          </a:p>
          <a:p>
            <a:pPr algn="ctr" indent="0" marL="0">
              <a:buNone/>
            </a:pPr>
            <a:r>
              <a:rPr lang="en-US" sz="1500" b="1" spc="200" kern="0" dirty="0">
                <a:solidFill>
                  <a:srgbClr val="0A1F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UNIVERSITY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6850320" y="26517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(place university seal here)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4937760"/>
            <a:ext cx="13807440" cy="777240"/>
          </a:xfrm>
          <a:prstGeom prst="rect">
            <a:avLst/>
          </a:prstGeom>
          <a:solidFill>
            <a:srgbClr val="0A1F5C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4937760"/>
            <a:ext cx="1380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85800" y="5742432"/>
            <a:ext cx="13807440" cy="10899648"/>
          </a:xfrm>
          <a:prstGeom prst="rect">
            <a:avLst/>
          </a:prstGeom>
          <a:solidFill>
            <a:srgbClr val="FFFFFF"/>
          </a:solidFill>
          <a:ln w="19050">
            <a:solidFill>
              <a:srgbClr val="1B3B7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6007608"/>
            <a:ext cx="1316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and motivation — why does this research matter? (Overall Impact)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85800" y="17099280"/>
            <a:ext cx="13807440" cy="777240"/>
          </a:xfrm>
          <a:prstGeom prst="rect">
            <a:avLst/>
          </a:prstGeom>
          <a:solidFill>
            <a:srgbClr val="0A1F5C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17099280"/>
            <a:ext cx="1380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685800" y="17903952"/>
            <a:ext cx="13807440" cy="5596128"/>
          </a:xfrm>
          <a:prstGeom prst="rect">
            <a:avLst/>
          </a:prstGeom>
          <a:solidFill>
            <a:srgbClr val="FFFFFF"/>
          </a:solidFill>
          <a:ln w="19050">
            <a:solidFill>
              <a:srgbClr val="1B3B7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18169128"/>
            <a:ext cx="1316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research questions and objectives.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85800" y="23957280"/>
            <a:ext cx="13807440" cy="777240"/>
          </a:xfrm>
          <a:prstGeom prst="rect">
            <a:avLst/>
          </a:prstGeom>
          <a:solidFill>
            <a:srgbClr val="0A1F5C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" y="23957280"/>
            <a:ext cx="1380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685800" y="24761952"/>
            <a:ext cx="13807440" cy="7470648"/>
          </a:xfrm>
          <a:prstGeom prst="rect">
            <a:avLst/>
          </a:prstGeom>
          <a:solidFill>
            <a:srgbClr val="FFFFFF"/>
          </a:solidFill>
          <a:ln w="19050">
            <a:solidFill>
              <a:srgbClr val="1B3B7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5840" y="25027128"/>
            <a:ext cx="1316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work and where your study fits in the field. (Technical Knowledge)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15041880" y="4937760"/>
            <a:ext cx="13807440" cy="777240"/>
          </a:xfrm>
          <a:prstGeom prst="rect">
            <a:avLst/>
          </a:prstGeom>
          <a:solidFill>
            <a:srgbClr val="0A1F5C"/>
          </a:solidFill>
          <a:ln/>
        </p:spPr>
      </p:sp>
      <p:sp>
        <p:nvSpPr>
          <p:cNvPr id="24" name="Text 21"/>
          <p:cNvSpPr/>
          <p:nvPr/>
        </p:nvSpPr>
        <p:spPr>
          <a:xfrm>
            <a:off x="15041880" y="4937760"/>
            <a:ext cx="1380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15041880" y="5742432"/>
            <a:ext cx="13807440" cy="1245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1B3B7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5361920" y="6007608"/>
            <a:ext cx="1316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design, data, and methods used.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15041880" y="18653760"/>
            <a:ext cx="13807440" cy="777240"/>
          </a:xfrm>
          <a:prstGeom prst="rect">
            <a:avLst/>
          </a:prstGeom>
          <a:solidFill>
            <a:srgbClr val="0A1F5C"/>
          </a:solidFill>
          <a:ln/>
        </p:spPr>
      </p:sp>
      <p:sp>
        <p:nvSpPr>
          <p:cNvPr id="28" name="Text 25"/>
          <p:cNvSpPr/>
          <p:nvPr/>
        </p:nvSpPr>
        <p:spPr>
          <a:xfrm>
            <a:off x="15041880" y="18653760"/>
            <a:ext cx="1380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FINDINGS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15041880" y="19458432"/>
            <a:ext cx="13807440" cy="12774168"/>
          </a:xfrm>
          <a:prstGeom prst="rect">
            <a:avLst/>
          </a:prstGeom>
          <a:solidFill>
            <a:srgbClr val="FFFFFF"/>
          </a:solidFill>
          <a:ln w="19050">
            <a:solidFill>
              <a:srgbClr val="1B3B7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5361920" y="19723608"/>
            <a:ext cx="1316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with clear figures, charts, and tables. (Appearance &amp; Organization)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29397960" y="4937760"/>
            <a:ext cx="13807440" cy="777240"/>
          </a:xfrm>
          <a:prstGeom prst="rect">
            <a:avLst/>
          </a:prstGeom>
          <a:solidFill>
            <a:srgbClr val="0A1F5C"/>
          </a:solidFill>
          <a:ln/>
        </p:spPr>
      </p:sp>
      <p:sp>
        <p:nvSpPr>
          <p:cNvPr id="32" name="Text 29"/>
          <p:cNvSpPr/>
          <p:nvPr/>
        </p:nvSpPr>
        <p:spPr>
          <a:xfrm>
            <a:off x="29397960" y="4937760"/>
            <a:ext cx="1380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&amp; CONCLUSIONS</a:t>
            </a:r>
            <a:endParaRPr lang="en-US" sz="2200" dirty="0"/>
          </a:p>
        </p:txBody>
      </p:sp>
      <p:sp>
        <p:nvSpPr>
          <p:cNvPr id="33" name="Shape 30"/>
          <p:cNvSpPr/>
          <p:nvPr/>
        </p:nvSpPr>
        <p:spPr>
          <a:xfrm>
            <a:off x="29397960" y="5742432"/>
            <a:ext cx="13807440" cy="11082528"/>
          </a:xfrm>
          <a:prstGeom prst="rect">
            <a:avLst/>
          </a:prstGeom>
          <a:solidFill>
            <a:srgbClr val="FFFFFF"/>
          </a:solidFill>
          <a:ln w="19050">
            <a:solidFill>
              <a:srgbClr val="1B3B7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9718000" y="6007608"/>
            <a:ext cx="1316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Interpretation, broader impact, and conclusions. (Overall Impact)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29397960" y="17282160"/>
            <a:ext cx="13807440" cy="777240"/>
          </a:xfrm>
          <a:prstGeom prst="rect">
            <a:avLst/>
          </a:prstGeom>
          <a:solidFill>
            <a:srgbClr val="0A1F5C"/>
          </a:solidFill>
          <a:ln/>
        </p:spPr>
      </p:sp>
      <p:sp>
        <p:nvSpPr>
          <p:cNvPr id="36" name="Text 33"/>
          <p:cNvSpPr/>
          <p:nvPr/>
        </p:nvSpPr>
        <p:spPr>
          <a:xfrm>
            <a:off x="29397960" y="17282160"/>
            <a:ext cx="1380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37" name="Shape 34"/>
          <p:cNvSpPr/>
          <p:nvPr/>
        </p:nvSpPr>
        <p:spPr>
          <a:xfrm>
            <a:off x="29397960" y="18086832"/>
            <a:ext cx="13807440" cy="6510528"/>
          </a:xfrm>
          <a:prstGeom prst="rect">
            <a:avLst/>
          </a:prstGeom>
          <a:solidFill>
            <a:srgbClr val="FFFFFF"/>
          </a:solidFill>
          <a:ln w="19050">
            <a:solidFill>
              <a:srgbClr val="1B3B7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9718000" y="18352008"/>
            <a:ext cx="1316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cited references.</a:t>
            </a:r>
            <a:endParaRPr lang="en-US" sz="1700" dirty="0"/>
          </a:p>
        </p:txBody>
      </p:sp>
      <p:sp>
        <p:nvSpPr>
          <p:cNvPr id="39" name="Shape 36"/>
          <p:cNvSpPr/>
          <p:nvPr/>
        </p:nvSpPr>
        <p:spPr>
          <a:xfrm>
            <a:off x="29397960" y="25054560"/>
            <a:ext cx="13807440" cy="777240"/>
          </a:xfrm>
          <a:prstGeom prst="rect">
            <a:avLst/>
          </a:prstGeom>
          <a:solidFill>
            <a:srgbClr val="0A1F5C"/>
          </a:solidFill>
          <a:ln/>
        </p:spPr>
      </p:sp>
      <p:sp>
        <p:nvSpPr>
          <p:cNvPr id="40" name="Text 37"/>
          <p:cNvSpPr/>
          <p:nvPr/>
        </p:nvSpPr>
        <p:spPr>
          <a:xfrm>
            <a:off x="29397960" y="25054560"/>
            <a:ext cx="1380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2200" dirty="0"/>
          </a:p>
        </p:txBody>
      </p:sp>
      <p:sp>
        <p:nvSpPr>
          <p:cNvPr id="41" name="Shape 38"/>
          <p:cNvSpPr/>
          <p:nvPr/>
        </p:nvSpPr>
        <p:spPr>
          <a:xfrm>
            <a:off x="29397960" y="25859232"/>
            <a:ext cx="13807440" cy="6373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B3B7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9718000" y="26124408"/>
            <a:ext cx="1316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· email · lab / department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2026-07-20T01:34:00Z</dcterms:created>
  <dcterms:modified xsi:type="dcterms:W3CDTF">2026-07-20T01:34:00Z</dcterms:modified>
</cp:coreProperties>
</file>