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443484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70832"/>
            <a:ext cx="43891200" cy="109728"/>
          </a:xfrm>
          <a:prstGeom prst="rect">
            <a:avLst/>
          </a:prstGeom>
          <a:solidFill>
            <a:srgbClr val="C6D8F0"/>
          </a:solidFill>
          <a:ln/>
        </p:spPr>
      </p:sp>
      <p:pic>
        <p:nvPicPr>
          <p:cNvPr id="4" name="Image 0" descr="/home/claude/mtf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6217920" cy="2825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0" y="457200"/>
            <a:ext cx="2560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DA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EXPO   ·   PROJECT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0" y="960120"/>
            <a:ext cx="2560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62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Title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9144000" y="2331720"/>
            <a:ext cx="2560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A1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Name(s)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0" y="3017520"/>
            <a:ext cx="2560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5A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 / Program, Morgan State University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850320" y="109728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MORGAN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b="1" spc="200" kern="0" dirty="0">
                <a:solidFill>
                  <a:srgbClr val="0A1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UNIVERSITY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850320" y="2651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(place university seal here)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49377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49377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85800" y="5742432"/>
            <a:ext cx="13807440" cy="10899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60076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real-world problem you set out to solve and why it matters. (Overall Impact)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5800" y="1709928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1709928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85800" y="17903952"/>
            <a:ext cx="13807440" cy="55961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1816912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project set out to achieve.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85800" y="2395728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2395728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685800" y="24761952"/>
            <a:ext cx="13807440" cy="7470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2502712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languages, frameworks, and hardware. (Technical Knowledge)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15041880" y="49377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24" name="Text 21"/>
          <p:cNvSpPr/>
          <p:nvPr/>
        </p:nvSpPr>
        <p:spPr>
          <a:xfrm>
            <a:off x="15041880" y="49377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&amp; SYSTEM DESIGN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15041880" y="5742432"/>
            <a:ext cx="13807440" cy="1245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361920" y="60076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solution, architecture, and how it works.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15041880" y="186537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28" name="Text 25"/>
          <p:cNvSpPr/>
          <p:nvPr/>
        </p:nvSpPr>
        <p:spPr>
          <a:xfrm>
            <a:off x="15041880" y="186537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15041880" y="19458432"/>
            <a:ext cx="13807440" cy="127741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5361920" y="197236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built it — prototype, system, or product.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29397960" y="49377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32" name="Text 29"/>
          <p:cNvSpPr/>
          <p:nvPr/>
        </p:nvSpPr>
        <p:spPr>
          <a:xfrm>
            <a:off x="29397960" y="49377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DEMO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29397960" y="5742432"/>
            <a:ext cx="13807440" cy="110825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718000" y="60076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Demonstrable results, screenshots, and functionality. (Appearance &amp; Organization)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29397960" y="172821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36" name="Text 33"/>
          <p:cNvSpPr/>
          <p:nvPr/>
        </p:nvSpPr>
        <p:spPr>
          <a:xfrm>
            <a:off x="29397960" y="172821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CONCLUSIONS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29397960" y="18086832"/>
            <a:ext cx="13807440" cy="65105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9718000" y="183520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Impact, value, and next steps. (Overall Impact)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29397960" y="25054560"/>
            <a:ext cx="13807440" cy="777240"/>
          </a:xfrm>
          <a:prstGeom prst="rect">
            <a:avLst/>
          </a:prstGeom>
          <a:solidFill>
            <a:srgbClr val="0A1F5C"/>
          </a:solidFill>
          <a:ln/>
        </p:spPr>
      </p:sp>
      <p:sp>
        <p:nvSpPr>
          <p:cNvPr id="40" name="Text 37"/>
          <p:cNvSpPr/>
          <p:nvPr/>
        </p:nvSpPr>
        <p:spPr>
          <a:xfrm>
            <a:off x="29397960" y="25054560"/>
            <a:ext cx="1380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29397960" y="25859232"/>
            <a:ext cx="13807440" cy="6373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B7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9718000" y="26124408"/>
            <a:ext cx="1316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· email · team / department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2026-07-20T01:34:00Z</dcterms:created>
  <dcterms:modified xsi:type="dcterms:W3CDTF">2026-07-20T01:34:00Z</dcterms:modified>
</cp:coreProperties>
</file>