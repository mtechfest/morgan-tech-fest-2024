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E8541E"/>
          </a:solidFill>
          <a:ln/>
        </p:spPr>
      </p:sp>
      <p:pic>
        <p:nvPicPr>
          <p:cNvPr id="4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1436" y="1051560"/>
            <a:ext cx="2926080" cy="1331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Case Competition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PRESENTATION  ·  TEMPLATE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 Health / Education / Transportation / Finance / Energy &amp; Sustainability / Workforce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600200" cy="72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371600"/>
            <a:ext cx="8229600" cy="18288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4" name="Text 1"/>
          <p:cNvSpPr/>
          <p:nvPr/>
        </p:nvSpPr>
        <p:spPr>
          <a:xfrm>
            <a:off x="521208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PROBLEM UNDERSTANDING &amp; RELEVANCE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8105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1208" y="2651760"/>
            <a:ext cx="100584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7" name="Shape 4"/>
          <p:cNvSpPr/>
          <p:nvPr/>
        </p:nvSpPr>
        <p:spPr>
          <a:xfrm>
            <a:off x="9006840" y="50292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0DA9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5669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 &amp; Relevance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real-world problem clearly and concisely.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affected, and why does it matter now?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aligns with your selected track.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TechFest  ·  Tech Case Competition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600200" cy="72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371600"/>
            <a:ext cx="8229600" cy="18288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4" name="Text 1"/>
          <p:cNvSpPr/>
          <p:nvPr/>
        </p:nvSpPr>
        <p:spPr>
          <a:xfrm>
            <a:off x="521208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SOLUTION DESIGN &amp; INNOVATION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8105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1208" y="2651760"/>
            <a:ext cx="100584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7" name="Shape 4"/>
          <p:cNvSpPr/>
          <p:nvPr/>
        </p:nvSpPr>
        <p:spPr>
          <a:xfrm>
            <a:off x="9006840" y="50292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0DA9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5669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Design &amp; Innovation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proposed solution and how it addresses the problem.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innovative or different from existing approaches.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clear, structured, and feasible (no prototype required).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TechFest  ·  Tech Case Competition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600200" cy="72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371600"/>
            <a:ext cx="8229600" cy="18288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4" name="Text 1"/>
          <p:cNvSpPr/>
          <p:nvPr/>
        </p:nvSpPr>
        <p:spPr>
          <a:xfrm>
            <a:off x="521208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TECHNICAL APPLICATION &amp; FEASIBILITY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8105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1208" y="2651760"/>
            <a:ext cx="100584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7" name="Shape 4"/>
          <p:cNvSpPr/>
          <p:nvPr/>
        </p:nvSpPr>
        <p:spPr>
          <a:xfrm>
            <a:off x="9006840" y="50292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0DA9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5669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Application &amp; Feasibility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technology is applied within your field.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implementation approach / architecture.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the solution is feasible and can scale.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TechFest  ·  Tech Case Competition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600200" cy="72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371600"/>
            <a:ext cx="8229600" cy="18288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4" name="Text 1"/>
          <p:cNvSpPr/>
          <p:nvPr/>
        </p:nvSpPr>
        <p:spPr>
          <a:xfrm>
            <a:off x="521208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IMPACT, VALUE &amp; SCALABILITY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8105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Value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1208" y="2651760"/>
            <a:ext cx="100584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7" name="Shape 4"/>
          <p:cNvSpPr/>
          <p:nvPr/>
        </p:nvSpPr>
        <p:spPr>
          <a:xfrm>
            <a:off x="9006840" y="50292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0DA9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5669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Value &amp; Scalability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impact if implemented.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delivered to users / stakeholders.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solution grows and scales over time.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TechFest  ·  Tech Case Competition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600200" cy="72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371600"/>
            <a:ext cx="8229600" cy="18288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4" name="Text 1"/>
          <p:cNvSpPr/>
          <p:nvPr/>
        </p:nvSpPr>
        <p:spPr>
          <a:xfrm>
            <a:off x="521208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81051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Q&amp;A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1208" y="2651760"/>
            <a:ext cx="100584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7" name="Shape 4"/>
          <p:cNvSpPr/>
          <p:nvPr/>
        </p:nvSpPr>
        <p:spPr>
          <a:xfrm>
            <a:off x="9006840" y="50292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4F7FC"/>
          </a:solidFill>
          <a:ln w="12700">
            <a:solidFill>
              <a:srgbClr val="0DA9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89720" y="5669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ON</a:t>
            </a:r>
            <a:endParaRPr lang="en-US" sz="100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Presentation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the problem, your solution, and its impact.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delivery clear, structured, and engaging — this is judged throughout.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contact: name · email · department.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 TechFest  ·  Tech Case Competition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2026-07-20T01:34:30Z</dcterms:created>
  <dcterms:modified xsi:type="dcterms:W3CDTF">2026-07-20T01:34:30Z</dcterms:modified>
</cp:coreProperties>
</file>